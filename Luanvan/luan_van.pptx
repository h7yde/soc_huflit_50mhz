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2" r:id="rId6"/>
    <p:sldId id="263" r:id="rId7"/>
    <p:sldId id="261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34">
          <p15:clr>
            <a:srgbClr val="A4A3A4"/>
          </p15:clr>
        </p15:guide>
        <p15:guide id="4" pos="7446">
          <p15:clr>
            <a:srgbClr val="A4A3A4"/>
          </p15:clr>
        </p15:guide>
        <p15:guide id="5" orient="horz" pos="210">
          <p15:clr>
            <a:srgbClr val="A4A3A4"/>
          </p15:clr>
        </p15:guide>
        <p15:guide id="6" orient="horz" pos="4110">
          <p15:clr>
            <a:srgbClr val="A4A3A4"/>
          </p15:clr>
        </p15:guide>
        <p15:guide id="7" pos="16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015"/>
    <p:restoredTop sz="95012"/>
  </p:normalViewPr>
  <p:slideViewPr>
    <p:cSldViewPr snapToGrid="0" snapToObjects="1" showGuides="1">
      <p:cViewPr varScale="1">
        <p:scale>
          <a:sx n="101" d="100"/>
          <a:sy n="101" d="100"/>
        </p:scale>
        <p:origin x="475" y="-269"/>
      </p:cViewPr>
      <p:guideLst>
        <p:guide orient="horz" pos="2160"/>
        <p:guide pos="3840"/>
        <p:guide pos="234"/>
        <p:guide pos="7446"/>
        <p:guide orient="horz" pos="210"/>
        <p:guide orient="horz" pos="4110"/>
        <p:guide pos="16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12-20T09:06:38.128"/>
    </inkml:context>
    <inkml:brush xml:id="br0">
      <inkml:brushProperty name="width" value="0.1" units="cm"/>
      <inkml:brushProperty name="height" value="0.6" units="cm"/>
      <inkml:brushProperty name="color" value="#849398"/>
      <inkml:brushProperty name="inkEffects" value="pencil"/>
    </inkml:brush>
  </inkml:definitions>
  <inkml:trace contextRef="#ctx0" brushRef="#br0">1 0 21202 180000 90000,'0'0'0'0'0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019FE36-06C8-DA59-8BA0-8278C759889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V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985B86-2229-997C-469E-502ED1D041E1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9511BE8C-E06C-4D94-8436-A936C4D798D6}" type="datetimeFigureOut">
              <a:rPr lang="LID4096"/>
              <a:pPr>
                <a:defRPr/>
              </a:pPr>
              <a:t>08/06/2026</a:t>
            </a:fld>
            <a:endParaRPr lang="en-VN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0CEA7B34-5DD4-5ABD-D1D4-1CA3E4C3409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VN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D3EC0341-DF5A-AE9D-2062-2143548C38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VN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63AC77-91F6-CCA9-DA7B-BC8E41B2AC6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57B40C-1276-A9D4-B9EA-D945302F89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31B9ADCD-FC43-440A-BE93-3F20A47AC538}" type="slidenum">
              <a:rPr lang="en-VN"/>
              <a:pPr>
                <a:defRPr/>
              </a:pPr>
              <a:t>‹#›</a:t>
            </a:fld>
            <a:endParaRPr lang="en-V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Slide Image Placeholder 1">
            <a:extLst>
              <a:ext uri="{FF2B5EF4-FFF2-40B4-BE49-F238E27FC236}">
                <a16:creationId xmlns:a16="http://schemas.microsoft.com/office/drawing/2014/main" id="{D1E1C044-24FF-A96D-8376-166221E624C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Notes Placeholder 2">
            <a:extLst>
              <a:ext uri="{FF2B5EF4-FFF2-40B4-BE49-F238E27FC236}">
                <a16:creationId xmlns:a16="http://schemas.microsoft.com/office/drawing/2014/main" id="{C177A151-3E55-A65B-4F93-AA2AE73ED8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4100" name="Slide Number Placeholder 3">
            <a:extLst>
              <a:ext uri="{FF2B5EF4-FFF2-40B4-BE49-F238E27FC236}">
                <a16:creationId xmlns:a16="http://schemas.microsoft.com/office/drawing/2014/main" id="{71889308-E279-77E8-7FA0-90F549807D8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B3852FD7-792F-4085-BF37-0F786A22A936}" type="slidenum">
              <a:rPr lang="en-US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>
            <a:extLst>
              <a:ext uri="{FF2B5EF4-FFF2-40B4-BE49-F238E27FC236}">
                <a16:creationId xmlns:a16="http://schemas.microsoft.com/office/drawing/2014/main" id="{540BC798-60A7-3385-53DC-FD93A1D657D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Notes Placeholder 2">
            <a:extLst>
              <a:ext uri="{FF2B5EF4-FFF2-40B4-BE49-F238E27FC236}">
                <a16:creationId xmlns:a16="http://schemas.microsoft.com/office/drawing/2014/main" id="{65DD2CB6-1E4C-6435-24F7-0D6CA1BEF5D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vi-VN" altLang="en-US"/>
          </a:p>
        </p:txBody>
      </p:sp>
      <p:sp>
        <p:nvSpPr>
          <p:cNvPr id="8196" name="Slide Number Placeholder 3">
            <a:extLst>
              <a:ext uri="{FF2B5EF4-FFF2-40B4-BE49-F238E27FC236}">
                <a16:creationId xmlns:a16="http://schemas.microsoft.com/office/drawing/2014/main" id="{B78A05DC-4E17-11FE-4D77-119A06A7EBB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44B1DD1-4333-4F75-B0DE-20477FD14972}" type="slidenum">
              <a:rPr lang="en-US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Image Placeholder 1">
            <a:extLst>
              <a:ext uri="{FF2B5EF4-FFF2-40B4-BE49-F238E27FC236}">
                <a16:creationId xmlns:a16="http://schemas.microsoft.com/office/drawing/2014/main" id="{243F94E2-AF88-C60A-CE66-08264FF174F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3" name="Notes Placeholder 2">
            <a:extLst>
              <a:ext uri="{FF2B5EF4-FFF2-40B4-BE49-F238E27FC236}">
                <a16:creationId xmlns:a16="http://schemas.microsoft.com/office/drawing/2014/main" id="{057CADDD-F73F-9C7C-6877-B7EA13F85FE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0244" name="Slide Number Placeholder 3">
            <a:extLst>
              <a:ext uri="{FF2B5EF4-FFF2-40B4-BE49-F238E27FC236}">
                <a16:creationId xmlns:a16="http://schemas.microsoft.com/office/drawing/2014/main" id="{9A0FFDD8-9B01-4708-C15E-9E41A9ADAC0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B07C2375-5C6E-4DF3-B3FE-8EBE3267D2F0}" type="slidenum">
              <a:rPr lang="en-US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4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>
            <a:extLst>
              <a:ext uri="{FF2B5EF4-FFF2-40B4-BE49-F238E27FC236}">
                <a16:creationId xmlns:a16="http://schemas.microsoft.com/office/drawing/2014/main" id="{5FACD063-BF0E-116D-AF38-4C6A906ED34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1" name="Notes Placeholder 2">
            <a:extLst>
              <a:ext uri="{FF2B5EF4-FFF2-40B4-BE49-F238E27FC236}">
                <a16:creationId xmlns:a16="http://schemas.microsoft.com/office/drawing/2014/main" id="{3629CCBA-AC58-888B-FE81-E3F959D44C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2292" name="Slide Number Placeholder 3">
            <a:extLst>
              <a:ext uri="{FF2B5EF4-FFF2-40B4-BE49-F238E27FC236}">
                <a16:creationId xmlns:a16="http://schemas.microsoft.com/office/drawing/2014/main" id="{A39B0D70-CAC3-6A5A-DA55-CA33F3016B5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9CE2175-06C8-4558-AB5D-780EAC59B4A2}" type="slidenum">
              <a:rPr lang="en-US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6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>
            <a:extLst>
              <a:ext uri="{FF2B5EF4-FFF2-40B4-BE49-F238E27FC236}">
                <a16:creationId xmlns:a16="http://schemas.microsoft.com/office/drawing/2014/main" id="{A627B812-B5C8-970C-5BF0-DD097B688CE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>
            <a:extLst>
              <a:ext uri="{FF2B5EF4-FFF2-40B4-BE49-F238E27FC236}">
                <a16:creationId xmlns:a16="http://schemas.microsoft.com/office/drawing/2014/main" id="{C33D6CAA-1A17-D3A6-9FD1-DF08DEEF19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vi-VN" altLang="en-US"/>
          </a:p>
        </p:txBody>
      </p:sp>
      <p:sp>
        <p:nvSpPr>
          <p:cNvPr id="15364" name="Slide Number Placeholder 3">
            <a:extLst>
              <a:ext uri="{FF2B5EF4-FFF2-40B4-BE49-F238E27FC236}">
                <a16:creationId xmlns:a16="http://schemas.microsoft.com/office/drawing/2014/main" id="{1AF9AC2F-3C8F-F157-79EA-5B1A6CE2175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7FC03F03-89B5-4BCA-9784-E181280705C9}" type="slidenum">
              <a:rPr lang="en-US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8</a:t>
            </a:fld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36A85F-A3CC-DC2A-AF7E-F3DC67177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E9A49B-CFAA-49D6-AF09-3B4DCA0C1B95}" type="datetimeFigureOut">
              <a:rPr lang="LID4096"/>
              <a:pPr>
                <a:defRPr/>
              </a:pPr>
              <a:t>08/06/2026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023BD7-1AD8-A495-8CDD-FF312497F9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BC5B31-3B35-E461-FA33-753693513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492A64-5040-4356-BC4E-4BC7D53AAB73}" type="slidenum">
              <a:rPr lang="en-VN"/>
              <a:pPr>
                <a:defRPr/>
              </a:pPr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7451948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D0D0E3-1C47-9741-1D3E-781B43081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BD5D0C-735E-4100-809D-476A09EB9D00}" type="datetimeFigureOut">
              <a:rPr lang="LID4096"/>
              <a:pPr>
                <a:defRPr/>
              </a:pPr>
              <a:t>08/06/2026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1F9995-CA3A-67E8-1E0C-F4F539EA0A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2DC80C-54E9-E1C1-D79A-D74998E984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A54EB7-AD52-4151-BFDC-C09D8FF73BF0}" type="slidenum">
              <a:rPr lang="en-VN"/>
              <a:pPr>
                <a:defRPr/>
              </a:pPr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8397523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2CFE8D-A0B6-21B9-AA2A-761D226F9A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BF3488-5CD2-4F63-9011-ADF4DB8837CC}" type="datetimeFigureOut">
              <a:rPr lang="LID4096"/>
              <a:pPr>
                <a:defRPr/>
              </a:pPr>
              <a:t>08/06/2026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1DB8D5-9A4E-6E38-C03B-B3B4E0A3B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7BA27E-3CE9-B710-C9DE-5132E799B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9E804A-F03D-450B-A6D1-5677331E26F7}" type="slidenum">
              <a:rPr lang="en-VN"/>
              <a:pPr>
                <a:defRPr/>
              </a:pPr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1086135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F3719A7C-F87E-A5BA-771A-4A299A7459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47B6B7-A054-409E-B39E-B7329FFF9BA3}" type="datetimeFigureOut">
              <a:rPr lang="LID4096"/>
              <a:pPr>
                <a:defRPr/>
              </a:pPr>
              <a:t>08/06/2026</a:t>
            </a:fld>
            <a:endParaRPr lang="en-V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214A9C3-79F3-71ED-ACA0-BA268A30AE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VN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51F9D65-4CE0-10F5-8CC8-7D720B3D6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C5ADF6-DED1-4016-9798-AF2B362282D8}" type="slidenum">
              <a:rPr lang="en-VN"/>
              <a:pPr>
                <a:defRPr/>
              </a:pPr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2195304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A590089C-DEDA-DE5F-5A57-8827B1183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7380FA-83DB-4751-BDAB-E6E6B160008D}" type="datetimeFigureOut">
              <a:rPr lang="LID4096"/>
              <a:pPr>
                <a:defRPr/>
              </a:pPr>
              <a:t>08/06/2026</a:t>
            </a:fld>
            <a:endParaRPr lang="en-VN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4C2E08C-67A7-B5C2-6280-0FF5DE8C6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VN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D8EC8408-A0E3-E040-DD83-640FDB825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EB0E0E-78AB-4F2F-BC8F-54F7DBE5EA09}" type="slidenum">
              <a:rPr lang="en-VN"/>
              <a:pPr>
                <a:defRPr/>
              </a:pPr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6510331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D4568342-E664-AFF8-7C9F-58E2270A80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ADF684-426E-478F-B216-FFBCF0F5B18F}" type="datetimeFigureOut">
              <a:rPr lang="LID4096"/>
              <a:pPr>
                <a:defRPr/>
              </a:pPr>
              <a:t>08/06/2026</a:t>
            </a:fld>
            <a:endParaRPr lang="en-VN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70D93F4A-B125-0A03-3E8C-4B17E5653F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VN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2A3D6BB-8A1B-A1E2-B67A-82945E5C9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CB774C-E8D7-4910-ABCC-F700C42CBEC5}" type="slidenum">
              <a:rPr lang="en-VN"/>
              <a:pPr>
                <a:defRPr/>
              </a:pPr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4820598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832579B9-1505-AF4E-04E1-7E441EEFE0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8F192F-2F2C-462D-BE1B-4E9EEC2B1209}" type="datetimeFigureOut">
              <a:rPr lang="LID4096"/>
              <a:pPr>
                <a:defRPr/>
              </a:pPr>
              <a:t>08/06/2026</a:t>
            </a:fld>
            <a:endParaRPr lang="en-VN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B33BC3A6-BB1B-B361-EB0B-5DB0C4BC3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VN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928D481E-C491-E7F1-7ED5-0E6F1CD25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3A729E-E2D7-4B40-9B88-FAE357D1F3BC}" type="slidenum">
              <a:rPr lang="en-VN"/>
              <a:pPr>
                <a:defRPr/>
              </a:pPr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8279971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957A2F1D-6D0C-0F99-3680-4A9BA217C8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BBCEE6-CCDE-4374-99B1-848E49156A57}" type="datetimeFigureOut">
              <a:rPr lang="LID4096"/>
              <a:pPr>
                <a:defRPr/>
              </a:pPr>
              <a:t>08/06/2026</a:t>
            </a:fld>
            <a:endParaRPr lang="en-V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0057FDEA-F65F-E525-88A8-7CC2961DC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VN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9860EB2-7F7C-B845-ED86-32C368FAE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53C99E-0070-4BA2-9B9A-68D94FC61132}" type="slidenum">
              <a:rPr lang="en-VN"/>
              <a:pPr>
                <a:defRPr/>
              </a:pPr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6270545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VN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D101B093-A9A1-D942-B36A-9B9C44D949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5D704C-CDC8-4C31-89BC-7E141C7F1627}" type="datetimeFigureOut">
              <a:rPr lang="LID4096"/>
              <a:pPr>
                <a:defRPr/>
              </a:pPr>
              <a:t>08/06/2026</a:t>
            </a:fld>
            <a:endParaRPr lang="en-V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EEEB9CA-F15B-5AD5-21F1-08FE3D88CC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VN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434D563-F4C9-5CBD-FF17-06330CE38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3C5CB0-F5CB-4A1A-B032-84B2877C0335}" type="slidenum">
              <a:rPr lang="en-VN"/>
              <a:pPr>
                <a:defRPr/>
              </a:pPr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4565270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4A6B67-720E-4480-FF7F-63A0EE2ED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22BF9A-5F53-4572-BACE-DF6D400BA31D}" type="datetimeFigureOut">
              <a:rPr lang="LID4096"/>
              <a:pPr>
                <a:defRPr/>
              </a:pPr>
              <a:t>08/06/2026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9B6EB4-7E54-104A-F199-BDA03CCF9F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9F3AD7-1057-12CD-0257-25837DF2F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22F39B-BDC6-4559-81EE-DC7B3064AB53}" type="slidenum">
              <a:rPr lang="en-VN"/>
              <a:pPr>
                <a:defRPr/>
              </a:pPr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7884378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4E1824-2737-64C9-91A8-1CBCD43C9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EAD402-B5A9-4F0B-A64D-DA933B735625}" type="datetimeFigureOut">
              <a:rPr lang="LID4096"/>
              <a:pPr>
                <a:defRPr/>
              </a:pPr>
              <a:t>08/06/2026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1DA902-7FF0-4772-EB6E-F08A908A8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B7339E-BD21-F41D-E1B4-3CF259962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DDCCDB-A983-4A25-92EC-D733D2620D12}" type="slidenum">
              <a:rPr lang="en-VN"/>
              <a:pPr>
                <a:defRPr/>
              </a:pPr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8451779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B78859AB-2DC4-E1FF-4511-31AC76AFFC5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C4E1BE7E-EE64-978D-81AF-CBEF61A914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6457AD-CF60-46D6-A982-B454450C20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491B45F5-6014-4B90-AA64-8E7BDDF42E02}" type="datetimeFigureOut">
              <a:rPr lang="LID4096"/>
              <a:pPr>
                <a:defRPr/>
              </a:pPr>
              <a:t>08/06/2026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E8BC21-1712-23F7-DE18-DD6BB243A1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86032C-0A7C-34BE-ED09-866CDF5DBF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81C8220F-C5FA-43A9-87EF-9E9251B32EE6}" type="slidenum">
              <a:rPr lang="en-VN"/>
              <a:pPr>
                <a:defRPr/>
              </a:pPr>
              <a:t>‹#›</a:t>
            </a:fld>
            <a:endParaRPr lang="en-V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g"/><Relationship Id="rId5" Type="http://schemas.openxmlformats.org/officeDocument/2006/relationships/image" Target="../media/image7.jp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jp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D57099A-3762-F6FF-35D2-7C9BE70CCDB5}"/>
              </a:ext>
            </a:extLst>
          </p:cNvPr>
          <p:cNvSpPr txBox="1"/>
          <p:nvPr/>
        </p:nvSpPr>
        <p:spPr>
          <a:xfrm>
            <a:off x="2211388" y="554038"/>
            <a:ext cx="7958137" cy="396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vi-VN" sz="1990" b="1">
                <a:solidFill>
                  <a:srgbClr val="18459E"/>
                </a:solidFill>
                <a:latin typeface="+mn-lt"/>
                <a:ea typeface="Inter" panose="020B0502030000000004" pitchFamily="34" charset="0"/>
                <a:cs typeface="Arial" panose="020B0604020202020204" pitchFamily="34" charset="0"/>
              </a:rPr>
              <a:t>TRƯỜNG ĐẠI HỌC NGOẠI NGỮ - TIN HỌC TP. HỒ CHÍ MINH</a:t>
            </a:r>
            <a:endParaRPr lang="en-VN" sz="1990" b="1">
              <a:solidFill>
                <a:srgbClr val="18459E"/>
              </a:solidFill>
              <a:latin typeface="+mn-lt"/>
              <a:ea typeface="Inter" panose="020B0502030000000004" pitchFamily="34" charset="0"/>
              <a:cs typeface="Arial" panose="020B0604020202020204" pitchFamily="34" charset="0"/>
            </a:endParaRPr>
          </a:p>
        </p:txBody>
      </p:sp>
      <p:sp>
        <p:nvSpPr>
          <p:cNvPr id="3075" name="TextBox 11">
            <a:extLst>
              <a:ext uri="{FF2B5EF4-FFF2-40B4-BE49-F238E27FC236}">
                <a16:creationId xmlns:a16="http://schemas.microsoft.com/office/drawing/2014/main" id="{8D7AB5A2-720B-C3A3-E3BF-9CB00F6663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1673820"/>
            <a:ext cx="10330614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5400" b="1" err="1">
                <a:solidFill>
                  <a:srgbClr val="18459E"/>
                </a:solidFill>
                <a:latin typeface="Arial (body)"/>
                <a:cs typeface="Arial" panose="020B0604020202020204" pitchFamily="34" charset="0"/>
              </a:rPr>
              <a:t>Báo</a:t>
            </a:r>
            <a:r>
              <a:rPr lang="en-US" altLang="en-US" sz="5400" b="1">
                <a:solidFill>
                  <a:srgbClr val="18459E"/>
                </a:solidFill>
                <a:latin typeface="Arial (body)"/>
                <a:cs typeface="Arial" panose="020B0604020202020204" pitchFamily="34" charset="0"/>
              </a:rPr>
              <a:t> </a:t>
            </a:r>
            <a:r>
              <a:rPr lang="en-US" altLang="en-US" sz="5400" b="1" err="1">
                <a:solidFill>
                  <a:srgbClr val="18459E"/>
                </a:solidFill>
                <a:latin typeface="Arial (body)"/>
                <a:cs typeface="Arial" panose="020B0604020202020204" pitchFamily="34" charset="0"/>
              </a:rPr>
              <a:t>cáo</a:t>
            </a:r>
            <a:r>
              <a:rPr lang="en-US" altLang="en-US" sz="5400" b="1">
                <a:solidFill>
                  <a:srgbClr val="18459E"/>
                </a:solidFill>
                <a:latin typeface="Arial (body)"/>
                <a:cs typeface="Arial" panose="020B0604020202020204" pitchFamily="34" charset="0"/>
              </a:rPr>
              <a:t> </a:t>
            </a:r>
            <a:r>
              <a:rPr lang="en-US" altLang="en-US" sz="5400" b="1" err="1">
                <a:solidFill>
                  <a:srgbClr val="18459E"/>
                </a:solidFill>
                <a:latin typeface="Arial (body)"/>
                <a:cs typeface="Arial" panose="020B0604020202020204" pitchFamily="34" charset="0"/>
              </a:rPr>
              <a:t>khóa</a:t>
            </a:r>
            <a:r>
              <a:rPr lang="en-US" altLang="en-US" sz="5400" b="1">
                <a:solidFill>
                  <a:srgbClr val="18459E"/>
                </a:solidFill>
                <a:latin typeface="Arial (body)"/>
                <a:cs typeface="Arial" panose="020B0604020202020204" pitchFamily="34" charset="0"/>
              </a:rPr>
              <a:t> </a:t>
            </a:r>
            <a:r>
              <a:rPr lang="en-US" altLang="en-US" sz="5400" b="1" err="1">
                <a:solidFill>
                  <a:srgbClr val="18459E"/>
                </a:solidFill>
                <a:latin typeface="Arial (body)"/>
                <a:cs typeface="Arial" panose="020B0604020202020204" pitchFamily="34" charset="0"/>
              </a:rPr>
              <a:t>luận</a:t>
            </a:r>
            <a:r>
              <a:rPr lang="en-US" altLang="en-US" sz="5400" b="1">
                <a:solidFill>
                  <a:srgbClr val="18459E"/>
                </a:solidFill>
                <a:latin typeface="Arial (body)"/>
                <a:cs typeface="Arial" panose="020B0604020202020204" pitchFamily="34" charset="0"/>
              </a:rPr>
              <a:t> </a:t>
            </a:r>
            <a:r>
              <a:rPr lang="en-US" altLang="en-US" sz="5400" b="1" err="1">
                <a:solidFill>
                  <a:srgbClr val="18459E"/>
                </a:solidFill>
                <a:latin typeface="Arial (body)"/>
                <a:cs typeface="Arial" panose="020B0604020202020204" pitchFamily="34" charset="0"/>
              </a:rPr>
              <a:t>tốt</a:t>
            </a:r>
            <a:r>
              <a:rPr lang="en-US" altLang="en-US" sz="5400" b="1">
                <a:solidFill>
                  <a:srgbClr val="18459E"/>
                </a:solidFill>
                <a:latin typeface="Arial (body)"/>
                <a:cs typeface="Arial" panose="020B0604020202020204" pitchFamily="34" charset="0"/>
              </a:rPr>
              <a:t> </a:t>
            </a:r>
            <a:r>
              <a:rPr lang="en-US" altLang="en-US" sz="5400" b="1" err="1">
                <a:solidFill>
                  <a:srgbClr val="18459E"/>
                </a:solidFill>
                <a:latin typeface="Arial (body)"/>
                <a:cs typeface="Arial" panose="020B0604020202020204" pitchFamily="34" charset="0"/>
              </a:rPr>
              <a:t>nghiệp</a:t>
            </a:r>
            <a:endParaRPr lang="en-US" altLang="en-US" sz="5400" b="1">
              <a:solidFill>
                <a:srgbClr val="18459E"/>
              </a:solidFill>
              <a:latin typeface="Arial (body)"/>
              <a:cs typeface="Arial" panose="020B0604020202020204" pitchFamily="34" charset="0"/>
            </a:endParaRPr>
          </a:p>
        </p:txBody>
      </p:sp>
      <p:sp>
        <p:nvSpPr>
          <p:cNvPr id="3076" name="TextBox 12">
            <a:extLst>
              <a:ext uri="{FF2B5EF4-FFF2-40B4-BE49-F238E27FC236}">
                <a16:creationId xmlns:a16="http://schemas.microsoft.com/office/drawing/2014/main" id="{46521395-8A9A-9D01-34D4-909A7A6549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89042" y="2953637"/>
            <a:ext cx="93980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2400" b="1" err="1"/>
              <a:t>Nghiên</a:t>
            </a:r>
            <a:r>
              <a:rPr lang="en-US" sz="2400" b="1"/>
              <a:t> </a:t>
            </a:r>
            <a:r>
              <a:rPr lang="en-US" sz="2400" b="1" err="1"/>
              <a:t>cứu</a:t>
            </a:r>
            <a:r>
              <a:rPr lang="en-US" sz="2400" b="1"/>
              <a:t>, </a:t>
            </a:r>
            <a:r>
              <a:rPr lang="en-US" sz="2400" b="1" err="1"/>
              <a:t>thiết</a:t>
            </a:r>
            <a:r>
              <a:rPr lang="en-US" sz="2400" b="1"/>
              <a:t> </a:t>
            </a:r>
            <a:r>
              <a:rPr lang="en-US" sz="2400" b="1" err="1"/>
              <a:t>kế</a:t>
            </a:r>
            <a:r>
              <a:rPr lang="en-US" sz="2400" b="1"/>
              <a:t> </a:t>
            </a:r>
            <a:r>
              <a:rPr lang="en-US" sz="2400" b="1" err="1"/>
              <a:t>hệ</a:t>
            </a:r>
            <a:r>
              <a:rPr lang="en-US" sz="2400" b="1"/>
              <a:t> </a:t>
            </a:r>
            <a:r>
              <a:rPr lang="en-US" sz="2400" b="1" err="1"/>
              <a:t>thống</a:t>
            </a:r>
            <a:r>
              <a:rPr lang="en-US" sz="2400" b="1"/>
              <a:t> </a:t>
            </a:r>
            <a:r>
              <a:rPr lang="en-US" sz="2400" b="1" err="1"/>
              <a:t>ngoại</a:t>
            </a:r>
            <a:r>
              <a:rPr lang="en-US" sz="2400" b="1"/>
              <a:t> vi </a:t>
            </a:r>
            <a:r>
              <a:rPr lang="en-US" sz="2400" b="1" err="1"/>
              <a:t>tốc</a:t>
            </a:r>
            <a:r>
              <a:rPr lang="en-US" sz="2400" b="1"/>
              <a:t> </a:t>
            </a:r>
            <a:r>
              <a:rPr lang="en-US" sz="2400" b="1" err="1"/>
              <a:t>độ</a:t>
            </a:r>
            <a:r>
              <a:rPr lang="en-US" sz="2400" b="1"/>
              <a:t> </a:t>
            </a:r>
            <a:r>
              <a:rPr lang="en-US" sz="2400" b="1" err="1"/>
              <a:t>cao</a:t>
            </a:r>
            <a:r>
              <a:rPr lang="en-US" sz="2400" b="1"/>
              <a:t> </a:t>
            </a:r>
            <a:r>
              <a:rPr lang="en-US" sz="2400" b="1" err="1"/>
              <a:t>dựa</a:t>
            </a:r>
            <a:r>
              <a:rPr lang="en-US" sz="2400" b="1"/>
              <a:t> </a:t>
            </a:r>
            <a:r>
              <a:rPr lang="en-US" sz="2400" b="1" err="1"/>
              <a:t>trên</a:t>
            </a:r>
            <a:r>
              <a:rPr lang="en-US" sz="2400" b="1"/>
              <a:t> </a:t>
            </a:r>
            <a:r>
              <a:rPr lang="en-US" sz="2400" b="1" err="1"/>
              <a:t>kỹ</a:t>
            </a:r>
            <a:r>
              <a:rPr lang="en-US" sz="2400" b="1"/>
              <a:t> </a:t>
            </a:r>
            <a:r>
              <a:rPr lang="en-US" sz="2400" b="1" err="1"/>
              <a:t>thuật</a:t>
            </a:r>
            <a:r>
              <a:rPr lang="en-US" sz="2400" b="1"/>
              <a:t> Double Data Rate (DDR) </a:t>
            </a:r>
            <a:r>
              <a:rPr lang="en-US" sz="2400" b="1" err="1"/>
              <a:t>tích</a:t>
            </a:r>
            <a:r>
              <a:rPr lang="en-US" sz="2400" b="1"/>
              <a:t> </a:t>
            </a:r>
            <a:r>
              <a:rPr lang="en-US" sz="2400" b="1" err="1"/>
              <a:t>hợp</a:t>
            </a:r>
            <a:r>
              <a:rPr lang="en-US" sz="2400" b="1"/>
              <a:t> </a:t>
            </a:r>
            <a:r>
              <a:rPr lang="en-US" sz="2400" b="1" err="1"/>
              <a:t>trên</a:t>
            </a:r>
            <a:r>
              <a:rPr lang="en-US" sz="2400" b="1"/>
              <a:t> SoC RISC-V.</a:t>
            </a:r>
            <a:endParaRPr lang="en-US" altLang="en-US" sz="2400" b="1">
              <a:solidFill>
                <a:srgbClr val="0A5C8D"/>
              </a:solidFill>
              <a:latin typeface="Helvetica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1ECA694-35AB-DBC0-EAAF-308093DF9B91}"/>
              </a:ext>
            </a:extLst>
          </p:cNvPr>
          <p:cNvSpPr txBox="1"/>
          <p:nvPr/>
        </p:nvSpPr>
        <p:spPr>
          <a:xfrm>
            <a:off x="2211388" y="911225"/>
            <a:ext cx="7958137" cy="2952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vi-VN" sz="1320">
                <a:solidFill>
                  <a:srgbClr val="18459E"/>
                </a:solidFill>
                <a:latin typeface="+mn-lt"/>
                <a:ea typeface="Inter" panose="020B0502030000000004" pitchFamily="34" charset="0"/>
                <a:cs typeface="Arial" panose="020B0604020202020204" pitchFamily="34" charset="0"/>
              </a:rPr>
              <a:t>HO CHI MINH CITY UNIVERSITY OF FOREIGN LANGUAGES - INFORMATION TECHNOLOGY</a:t>
            </a:r>
            <a:endParaRPr lang="en-VN" sz="1320">
              <a:solidFill>
                <a:srgbClr val="18459E"/>
              </a:solidFill>
              <a:latin typeface="+mn-lt"/>
              <a:ea typeface="Inter" panose="020B05020300000000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48824368-A3F3-CF3F-145D-DEB9B3598564}"/>
                  </a:ext>
                </a:extLst>
              </p14:cNvPr>
              <p14:cNvContentPartPr/>
              <p14:nvPr/>
            </p14:nvContentPartPr>
            <p14:xfrm>
              <a:off x="11206173" y="3567844"/>
              <a:ext cx="360" cy="3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48824368-A3F3-CF3F-145D-DEB9B359856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197173" y="3558844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Rectangle 21">
            <a:extLst>
              <a:ext uri="{FF2B5EF4-FFF2-40B4-BE49-F238E27FC236}">
                <a16:creationId xmlns:a16="http://schemas.microsoft.com/office/drawing/2014/main" id="{53C75139-3BE2-ECB6-1BFB-5B2B20514EED}"/>
              </a:ext>
            </a:extLst>
          </p:cNvPr>
          <p:cNvSpPr/>
          <p:nvPr/>
        </p:nvSpPr>
        <p:spPr>
          <a:xfrm>
            <a:off x="-3175" y="6635750"/>
            <a:ext cx="9493250" cy="227013"/>
          </a:xfrm>
          <a:custGeom>
            <a:avLst/>
            <a:gdLst>
              <a:gd name="connsiteX0" fmla="*/ 0 w 9290688"/>
              <a:gd name="connsiteY0" fmla="*/ 0 h 226424"/>
              <a:gd name="connsiteX1" fmla="*/ 9290688 w 9290688"/>
              <a:gd name="connsiteY1" fmla="*/ 0 h 226424"/>
              <a:gd name="connsiteX2" fmla="*/ 9290688 w 9290688"/>
              <a:gd name="connsiteY2" fmla="*/ 226424 h 226424"/>
              <a:gd name="connsiteX3" fmla="*/ 0 w 9290688"/>
              <a:gd name="connsiteY3" fmla="*/ 226424 h 226424"/>
              <a:gd name="connsiteX4" fmla="*/ 0 w 9290688"/>
              <a:gd name="connsiteY4" fmla="*/ 0 h 226424"/>
              <a:gd name="connsiteX0" fmla="*/ 0 w 9493888"/>
              <a:gd name="connsiteY0" fmla="*/ 0 h 226424"/>
              <a:gd name="connsiteX1" fmla="*/ 9493888 w 9493888"/>
              <a:gd name="connsiteY1" fmla="*/ 0 h 226424"/>
              <a:gd name="connsiteX2" fmla="*/ 9290688 w 9493888"/>
              <a:gd name="connsiteY2" fmla="*/ 226424 h 226424"/>
              <a:gd name="connsiteX3" fmla="*/ 0 w 9493888"/>
              <a:gd name="connsiteY3" fmla="*/ 226424 h 226424"/>
              <a:gd name="connsiteX4" fmla="*/ 0 w 9493888"/>
              <a:gd name="connsiteY4" fmla="*/ 0 h 2264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493888" h="226424">
                <a:moveTo>
                  <a:pt x="0" y="0"/>
                </a:moveTo>
                <a:lnTo>
                  <a:pt x="9493888" y="0"/>
                </a:lnTo>
                <a:lnTo>
                  <a:pt x="9290688" y="226424"/>
                </a:lnTo>
                <a:lnTo>
                  <a:pt x="0" y="226424"/>
                </a:lnTo>
                <a:lnTo>
                  <a:pt x="0" y="0"/>
                </a:lnTo>
                <a:close/>
              </a:path>
            </a:pathLst>
          </a:custGeom>
          <a:solidFill>
            <a:srgbClr val="EF68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VN">
              <a:latin typeface="Helvetica" pitchFamily="2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4E7A630-EDBB-6BF9-50F9-442357F03526}"/>
              </a:ext>
            </a:extLst>
          </p:cNvPr>
          <p:cNvSpPr/>
          <p:nvPr/>
        </p:nvSpPr>
        <p:spPr>
          <a:xfrm>
            <a:off x="9540875" y="6351588"/>
            <a:ext cx="2665413" cy="398462"/>
          </a:xfrm>
          <a:custGeom>
            <a:avLst/>
            <a:gdLst>
              <a:gd name="connsiteX0" fmla="*/ 0 w 2240017"/>
              <a:gd name="connsiteY0" fmla="*/ 0 h 396261"/>
              <a:gd name="connsiteX1" fmla="*/ 2240017 w 2240017"/>
              <a:gd name="connsiteY1" fmla="*/ 0 h 396261"/>
              <a:gd name="connsiteX2" fmla="*/ 2240017 w 2240017"/>
              <a:gd name="connsiteY2" fmla="*/ 396261 h 396261"/>
              <a:gd name="connsiteX3" fmla="*/ 0 w 2240017"/>
              <a:gd name="connsiteY3" fmla="*/ 396261 h 396261"/>
              <a:gd name="connsiteX4" fmla="*/ 0 w 2240017"/>
              <a:gd name="connsiteY4" fmla="*/ 0 h 396261"/>
              <a:gd name="connsiteX0" fmla="*/ 350467 w 2590484"/>
              <a:gd name="connsiteY0" fmla="*/ 0 h 396261"/>
              <a:gd name="connsiteX1" fmla="*/ 2590484 w 2590484"/>
              <a:gd name="connsiteY1" fmla="*/ 0 h 396261"/>
              <a:gd name="connsiteX2" fmla="*/ 2590484 w 2590484"/>
              <a:gd name="connsiteY2" fmla="*/ 396261 h 396261"/>
              <a:gd name="connsiteX3" fmla="*/ 0 w 2590484"/>
              <a:gd name="connsiteY3" fmla="*/ 393075 h 396261"/>
              <a:gd name="connsiteX4" fmla="*/ 350467 w 2590484"/>
              <a:gd name="connsiteY4" fmla="*/ 0 h 396261"/>
              <a:gd name="connsiteX0" fmla="*/ 295006 w 2590484"/>
              <a:gd name="connsiteY0" fmla="*/ 5610 h 396261"/>
              <a:gd name="connsiteX1" fmla="*/ 2590484 w 2590484"/>
              <a:gd name="connsiteY1" fmla="*/ 0 h 396261"/>
              <a:gd name="connsiteX2" fmla="*/ 2590484 w 2590484"/>
              <a:gd name="connsiteY2" fmla="*/ 396261 h 396261"/>
              <a:gd name="connsiteX3" fmla="*/ 0 w 2590484"/>
              <a:gd name="connsiteY3" fmla="*/ 393075 h 396261"/>
              <a:gd name="connsiteX4" fmla="*/ 295006 w 2590484"/>
              <a:gd name="connsiteY4" fmla="*/ 5610 h 396261"/>
              <a:gd name="connsiteX0" fmla="*/ 322736 w 2590484"/>
              <a:gd name="connsiteY0" fmla="*/ 5610 h 396261"/>
              <a:gd name="connsiteX1" fmla="*/ 2590484 w 2590484"/>
              <a:gd name="connsiteY1" fmla="*/ 0 h 396261"/>
              <a:gd name="connsiteX2" fmla="*/ 2590484 w 2590484"/>
              <a:gd name="connsiteY2" fmla="*/ 396261 h 396261"/>
              <a:gd name="connsiteX3" fmla="*/ 0 w 2590484"/>
              <a:gd name="connsiteY3" fmla="*/ 393075 h 396261"/>
              <a:gd name="connsiteX4" fmla="*/ 322736 w 2590484"/>
              <a:gd name="connsiteY4" fmla="*/ 5610 h 396261"/>
              <a:gd name="connsiteX0" fmla="*/ 316458 w 2590484"/>
              <a:gd name="connsiteY0" fmla="*/ 0 h 397001"/>
              <a:gd name="connsiteX1" fmla="*/ 2590484 w 2590484"/>
              <a:gd name="connsiteY1" fmla="*/ 740 h 397001"/>
              <a:gd name="connsiteX2" fmla="*/ 2590484 w 2590484"/>
              <a:gd name="connsiteY2" fmla="*/ 397001 h 397001"/>
              <a:gd name="connsiteX3" fmla="*/ 0 w 2590484"/>
              <a:gd name="connsiteY3" fmla="*/ 393815 h 397001"/>
              <a:gd name="connsiteX4" fmla="*/ 316458 w 2590484"/>
              <a:gd name="connsiteY4" fmla="*/ 0 h 397001"/>
              <a:gd name="connsiteX0" fmla="*/ 329014 w 2590484"/>
              <a:gd name="connsiteY0" fmla="*/ 0 h 397001"/>
              <a:gd name="connsiteX1" fmla="*/ 2590484 w 2590484"/>
              <a:gd name="connsiteY1" fmla="*/ 740 h 397001"/>
              <a:gd name="connsiteX2" fmla="*/ 2590484 w 2590484"/>
              <a:gd name="connsiteY2" fmla="*/ 397001 h 397001"/>
              <a:gd name="connsiteX3" fmla="*/ 0 w 2590484"/>
              <a:gd name="connsiteY3" fmla="*/ 393815 h 397001"/>
              <a:gd name="connsiteX4" fmla="*/ 329014 w 2590484"/>
              <a:gd name="connsiteY4" fmla="*/ 0 h 397001"/>
              <a:gd name="connsiteX0" fmla="*/ 372960 w 2634430"/>
              <a:gd name="connsiteY0" fmla="*/ 0 h 397001"/>
              <a:gd name="connsiteX1" fmla="*/ 2634430 w 2634430"/>
              <a:gd name="connsiteY1" fmla="*/ 740 h 397001"/>
              <a:gd name="connsiteX2" fmla="*/ 2634430 w 2634430"/>
              <a:gd name="connsiteY2" fmla="*/ 397001 h 397001"/>
              <a:gd name="connsiteX3" fmla="*/ 0 w 2634430"/>
              <a:gd name="connsiteY3" fmla="*/ 393815 h 397001"/>
              <a:gd name="connsiteX4" fmla="*/ 372960 w 2634430"/>
              <a:gd name="connsiteY4" fmla="*/ 0 h 397001"/>
              <a:gd name="connsiteX0" fmla="*/ 325875 w 2634430"/>
              <a:gd name="connsiteY0" fmla="*/ 0 h 397001"/>
              <a:gd name="connsiteX1" fmla="*/ 2634430 w 2634430"/>
              <a:gd name="connsiteY1" fmla="*/ 740 h 397001"/>
              <a:gd name="connsiteX2" fmla="*/ 2634430 w 2634430"/>
              <a:gd name="connsiteY2" fmla="*/ 397001 h 397001"/>
              <a:gd name="connsiteX3" fmla="*/ 0 w 2634430"/>
              <a:gd name="connsiteY3" fmla="*/ 393815 h 397001"/>
              <a:gd name="connsiteX4" fmla="*/ 325875 w 2634430"/>
              <a:gd name="connsiteY4" fmla="*/ 0 h 397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34430" h="397001">
                <a:moveTo>
                  <a:pt x="325875" y="0"/>
                </a:moveTo>
                <a:lnTo>
                  <a:pt x="2634430" y="740"/>
                </a:lnTo>
                <a:lnTo>
                  <a:pt x="2634430" y="397001"/>
                </a:lnTo>
                <a:lnTo>
                  <a:pt x="0" y="393815"/>
                </a:lnTo>
                <a:lnTo>
                  <a:pt x="325875" y="0"/>
                </a:lnTo>
                <a:close/>
              </a:path>
            </a:pathLst>
          </a:custGeom>
          <a:solidFill>
            <a:srgbClr val="1845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vi-VN"/>
          </a:p>
        </p:txBody>
      </p:sp>
      <p:sp>
        <p:nvSpPr>
          <p:cNvPr id="3081" name="TextBox 27">
            <a:extLst>
              <a:ext uri="{FF2B5EF4-FFF2-40B4-BE49-F238E27FC236}">
                <a16:creationId xmlns:a16="http://schemas.microsoft.com/office/drawing/2014/main" id="{DC9FB1F1-98D1-C35A-BAFD-1BB4387D32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94888" y="6376988"/>
            <a:ext cx="2271712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chemeClr val="bg1"/>
                </a:solidFill>
                <a:latin typeface="Helvetica" panose="020B0604020202020204" pitchFamily="34" charset="0"/>
                <a:cs typeface="Arial" panose="020B0604020202020204" pitchFamily="34" charset="0"/>
              </a:rPr>
              <a:t>www.huflit.edu.vn</a:t>
            </a:r>
            <a:endParaRPr lang="en-US" altLang="en-US" sz="1600">
              <a:solidFill>
                <a:schemeClr val="bg1"/>
              </a:solidFill>
              <a:latin typeface="Helvetica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55710C1-E5B0-C7BC-2D9D-20B6768F5A5E}"/>
              </a:ext>
            </a:extLst>
          </p:cNvPr>
          <p:cNvCxnSpPr>
            <a:cxnSpLocks/>
          </p:cNvCxnSpPr>
          <p:nvPr/>
        </p:nvCxnSpPr>
        <p:spPr>
          <a:xfrm>
            <a:off x="-3175" y="6496050"/>
            <a:ext cx="9578975" cy="0"/>
          </a:xfrm>
          <a:prstGeom prst="line">
            <a:avLst/>
          </a:prstGeom>
          <a:ln>
            <a:solidFill>
              <a:srgbClr val="EF682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0662CF1-88C2-7065-0F3F-327E5840B484}"/>
              </a:ext>
            </a:extLst>
          </p:cNvPr>
          <p:cNvCxnSpPr>
            <a:cxnSpLocks/>
          </p:cNvCxnSpPr>
          <p:nvPr/>
        </p:nvCxnSpPr>
        <p:spPr>
          <a:xfrm flipH="1">
            <a:off x="9575800" y="6251575"/>
            <a:ext cx="217488" cy="244475"/>
          </a:xfrm>
          <a:prstGeom prst="line">
            <a:avLst/>
          </a:prstGeom>
          <a:ln>
            <a:solidFill>
              <a:srgbClr val="EF682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DE048B38-417F-5671-A8DF-2BDAE849026F}"/>
              </a:ext>
            </a:extLst>
          </p:cNvPr>
          <p:cNvCxnSpPr/>
          <p:nvPr/>
        </p:nvCxnSpPr>
        <p:spPr>
          <a:xfrm>
            <a:off x="9793288" y="6251575"/>
            <a:ext cx="2398712" cy="0"/>
          </a:xfrm>
          <a:prstGeom prst="line">
            <a:avLst/>
          </a:prstGeom>
          <a:ln>
            <a:solidFill>
              <a:srgbClr val="EF682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85" name="Picture 6">
            <a:extLst>
              <a:ext uri="{FF2B5EF4-FFF2-40B4-BE49-F238E27FC236}">
                <a16:creationId xmlns:a16="http://schemas.microsoft.com/office/drawing/2014/main" id="{AA572F17-84B2-9D4A-0590-52A7E70393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463" y="301625"/>
            <a:ext cx="1911350" cy="1204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D328FAE-E94F-4D73-8B70-7C4A6E8325E5}"/>
              </a:ext>
            </a:extLst>
          </p:cNvPr>
          <p:cNvSpPr txBox="1"/>
          <p:nvPr/>
        </p:nvSpPr>
        <p:spPr>
          <a:xfrm>
            <a:off x="3448968" y="4537849"/>
            <a:ext cx="54829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err="1"/>
              <a:t>Sinh</a:t>
            </a:r>
            <a:r>
              <a:rPr lang="en-US" b="1"/>
              <a:t> </a:t>
            </a:r>
            <a:r>
              <a:rPr lang="en-US" b="1" err="1"/>
              <a:t>viên</a:t>
            </a:r>
            <a:r>
              <a:rPr lang="en-US" b="1"/>
              <a:t> </a:t>
            </a:r>
            <a:r>
              <a:rPr lang="en-US" b="1" err="1"/>
              <a:t>thực</a:t>
            </a:r>
            <a:r>
              <a:rPr lang="en-US" b="1"/>
              <a:t> </a:t>
            </a:r>
            <a:r>
              <a:rPr lang="en-US" b="1" err="1"/>
              <a:t>hiện</a:t>
            </a:r>
            <a:r>
              <a:rPr lang="en-US" b="1"/>
              <a:t>: </a:t>
            </a:r>
            <a:r>
              <a:rPr lang="en-US"/>
              <a:t>Ngô Nguyễn Gia Huy – 23DH114340</a:t>
            </a:r>
          </a:p>
          <a:p>
            <a:pPr algn="ctr"/>
            <a:r>
              <a:rPr lang="en-US" b="1" err="1"/>
              <a:t>Giảng</a:t>
            </a:r>
            <a:r>
              <a:rPr lang="en-US" b="1"/>
              <a:t> </a:t>
            </a:r>
            <a:r>
              <a:rPr lang="en-US" b="1" err="1"/>
              <a:t>viên</a:t>
            </a:r>
            <a:r>
              <a:rPr lang="en-US" b="1"/>
              <a:t> h</a:t>
            </a:r>
            <a:r>
              <a:rPr lang="vi-VN" b="1"/>
              <a:t>ư</a:t>
            </a:r>
            <a:r>
              <a:rPr lang="en-US" b="1" err="1"/>
              <a:t>ớng</a:t>
            </a:r>
            <a:r>
              <a:rPr lang="en-US" b="1"/>
              <a:t> </a:t>
            </a:r>
            <a:r>
              <a:rPr lang="en-US" b="1" err="1"/>
              <a:t>dẫn</a:t>
            </a:r>
            <a:r>
              <a:rPr lang="en-US" b="1"/>
              <a:t>: </a:t>
            </a:r>
            <a:r>
              <a:rPr lang="en-US"/>
              <a:t>ThS. </a:t>
            </a:r>
            <a:r>
              <a:rPr lang="en-US" err="1"/>
              <a:t>Hồ</a:t>
            </a:r>
            <a:r>
              <a:rPr lang="en-US"/>
              <a:t> Lê Minh </a:t>
            </a:r>
            <a:r>
              <a:rPr lang="en-US" err="1"/>
              <a:t>Toàn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>
            <a:extLst>
              <a:ext uri="{FF2B5EF4-FFF2-40B4-BE49-F238E27FC236}">
                <a16:creationId xmlns:a16="http://schemas.microsoft.com/office/drawing/2014/main" id="{3E531B46-D9ED-A77F-DE32-1B0D73230D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87338" y="358775"/>
            <a:ext cx="3086100" cy="315913"/>
          </a:xfrm>
        </p:spPr>
        <p:txBody>
          <a:bodyPr/>
          <a:lstStyle/>
          <a:p>
            <a:pPr eaLnBrk="1" hangingPunct="1"/>
            <a:r>
              <a:rPr lang="en-US" altLang="en-US" sz="3200">
                <a:solidFill>
                  <a:srgbClr val="EF68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Table of content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BDCC3772-99E4-4A20-B4D2-570A133D1669}"/>
              </a:ext>
            </a:extLst>
          </p:cNvPr>
          <p:cNvGrpSpPr/>
          <p:nvPr/>
        </p:nvGrpSpPr>
        <p:grpSpPr>
          <a:xfrm>
            <a:off x="597190" y="1998536"/>
            <a:ext cx="2721483" cy="1117738"/>
            <a:chOff x="341313" y="1337389"/>
            <a:chExt cx="3086100" cy="1117738"/>
          </a:xfrm>
        </p:grpSpPr>
        <p:sp>
          <p:nvSpPr>
            <p:cNvPr id="9" name="Title 1">
              <a:extLst>
                <a:ext uri="{FF2B5EF4-FFF2-40B4-BE49-F238E27FC236}">
                  <a16:creationId xmlns:a16="http://schemas.microsoft.com/office/drawing/2014/main" id="{032E6C50-CEB3-A89F-0C8C-F96EF731980A}"/>
                </a:ext>
              </a:extLst>
            </p:cNvPr>
            <p:cNvSpPr txBox="1">
              <a:spLocks/>
            </p:cNvSpPr>
            <p:nvPr/>
          </p:nvSpPr>
          <p:spPr>
            <a:xfrm>
              <a:off x="1331417" y="1337389"/>
              <a:ext cx="986091" cy="485912"/>
            </a:xfrm>
            <a:prstGeom prst="rect">
              <a:avLst/>
            </a:prstGeom>
          </p:spPr>
          <p:txBody>
            <a:bodyPr anchor="ctr">
              <a:scene3d>
                <a:camera prst="orthographicFront"/>
                <a:lightRig rig="threePt" dir="t"/>
              </a:scene3d>
              <a:sp3d extrusionH="57150">
                <a:bevelT w="82550" h="38100" prst="coolSlant"/>
              </a:sp3d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fontAlgn="auto">
                <a:spcAft>
                  <a:spcPts val="0"/>
                </a:spcAft>
                <a:defRPr/>
              </a:pPr>
              <a:r>
                <a:rPr lang="en-VN" sz="4800" b="1">
                  <a:ln>
                    <a:solidFill>
                      <a:schemeClr val="accent2"/>
                    </a:solidFill>
                  </a:ln>
                  <a:solidFill>
                    <a:schemeClr val="accent2"/>
                  </a:solidFill>
                  <a:effectLst>
                    <a:innerShdw blurRad="63500" dist="50800" dir="10800000">
                      <a:prstClr val="black">
                        <a:alpha val="50000"/>
                      </a:prstClr>
                    </a:innerShdw>
                    <a:reflection blurRad="6350" stA="55000" endA="300" endPos="45500" dir="5400000" sy="-100000" algn="bl" rotWithShape="0"/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01</a:t>
              </a:r>
            </a:p>
          </p:txBody>
        </p:sp>
        <p:sp>
          <p:nvSpPr>
            <p:cNvPr id="5124" name="Title 1">
              <a:extLst>
                <a:ext uri="{FF2B5EF4-FFF2-40B4-BE49-F238E27FC236}">
                  <a16:creationId xmlns:a16="http://schemas.microsoft.com/office/drawing/2014/main" id="{8F78890E-205C-F8A4-D20E-B942963B3A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1313" y="1967764"/>
              <a:ext cx="3086100" cy="487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rgbClr val="18459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Giới thiệu đề tài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CE053945-7926-44B3-AC4F-42814690A7D1}"/>
              </a:ext>
            </a:extLst>
          </p:cNvPr>
          <p:cNvGrpSpPr/>
          <p:nvPr/>
        </p:nvGrpSpPr>
        <p:grpSpPr>
          <a:xfrm>
            <a:off x="4755446" y="1941087"/>
            <a:ext cx="2351241" cy="1169848"/>
            <a:chOff x="3427413" y="2781165"/>
            <a:chExt cx="2351241" cy="1169848"/>
          </a:xfrm>
        </p:grpSpPr>
        <p:sp>
          <p:nvSpPr>
            <p:cNvPr id="14" name="Title 1">
              <a:extLst>
                <a:ext uri="{FF2B5EF4-FFF2-40B4-BE49-F238E27FC236}">
                  <a16:creationId xmlns:a16="http://schemas.microsoft.com/office/drawing/2014/main" id="{B61BD262-4C46-8EEA-CC00-ABB84D96B063}"/>
                </a:ext>
              </a:extLst>
            </p:cNvPr>
            <p:cNvSpPr txBox="1">
              <a:spLocks/>
            </p:cNvSpPr>
            <p:nvPr/>
          </p:nvSpPr>
          <p:spPr>
            <a:xfrm>
              <a:off x="4111876" y="2781165"/>
              <a:ext cx="986091" cy="485912"/>
            </a:xfrm>
            <a:prstGeom prst="rect">
              <a:avLst/>
            </a:prstGeom>
          </p:spPr>
          <p:txBody>
            <a:bodyPr anchor="ctr">
              <a:scene3d>
                <a:camera prst="orthographicFront"/>
                <a:lightRig rig="threePt" dir="t"/>
              </a:scene3d>
              <a:sp3d extrusionH="57150">
                <a:bevelT w="82550" h="38100" prst="coolSlant"/>
              </a:sp3d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fontAlgn="auto">
                <a:spcAft>
                  <a:spcPts val="0"/>
                </a:spcAft>
                <a:defRPr/>
              </a:pPr>
              <a:r>
                <a:rPr lang="en-VN" sz="4800" b="1">
                  <a:ln>
                    <a:solidFill>
                      <a:schemeClr val="accent2"/>
                    </a:solidFill>
                  </a:ln>
                  <a:solidFill>
                    <a:schemeClr val="accent2"/>
                  </a:solidFill>
                  <a:effectLst>
                    <a:innerShdw blurRad="63500" dist="50800" dir="10800000">
                      <a:prstClr val="black">
                        <a:alpha val="50000"/>
                      </a:prstClr>
                    </a:innerShdw>
                    <a:reflection blurRad="6350" stA="55000" endA="300" endPos="45500" dir="5400000" sy="-100000" algn="bl" rotWithShape="0"/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02</a:t>
              </a:r>
            </a:p>
          </p:txBody>
        </p:sp>
        <p:sp>
          <p:nvSpPr>
            <p:cNvPr id="5127" name="Title 1">
              <a:extLst>
                <a:ext uri="{FF2B5EF4-FFF2-40B4-BE49-F238E27FC236}">
                  <a16:creationId xmlns:a16="http://schemas.microsoft.com/office/drawing/2014/main" id="{36FFE020-6EF2-0D5A-37BE-CE58C2325D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27413" y="3465238"/>
              <a:ext cx="2351241" cy="485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rgbClr val="18459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Cơ sở lý thuyết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09B709E1-4530-42FA-879C-A860E45902C8}"/>
              </a:ext>
            </a:extLst>
          </p:cNvPr>
          <p:cNvGrpSpPr/>
          <p:nvPr/>
        </p:nvGrpSpPr>
        <p:grpSpPr>
          <a:xfrm>
            <a:off x="7999804" y="1941087"/>
            <a:ext cx="4045713" cy="1167064"/>
            <a:chOff x="7848884" y="1286475"/>
            <a:chExt cx="4045713" cy="1167064"/>
          </a:xfrm>
        </p:grpSpPr>
        <p:sp>
          <p:nvSpPr>
            <p:cNvPr id="17" name="Title 1">
              <a:extLst>
                <a:ext uri="{FF2B5EF4-FFF2-40B4-BE49-F238E27FC236}">
                  <a16:creationId xmlns:a16="http://schemas.microsoft.com/office/drawing/2014/main" id="{1D429D22-6CD2-5E8F-69B8-31FC9FD60F25}"/>
                </a:ext>
              </a:extLst>
            </p:cNvPr>
            <p:cNvSpPr txBox="1">
              <a:spLocks/>
            </p:cNvSpPr>
            <p:nvPr/>
          </p:nvSpPr>
          <p:spPr>
            <a:xfrm>
              <a:off x="9378696" y="1286475"/>
              <a:ext cx="986091" cy="485912"/>
            </a:xfrm>
            <a:prstGeom prst="rect">
              <a:avLst/>
            </a:prstGeom>
          </p:spPr>
          <p:txBody>
            <a:bodyPr anchor="ctr">
              <a:scene3d>
                <a:camera prst="orthographicFront"/>
                <a:lightRig rig="threePt" dir="t"/>
              </a:scene3d>
              <a:sp3d extrusionH="57150">
                <a:bevelT w="82550" h="38100" prst="coolSlant"/>
              </a:sp3d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fontAlgn="auto">
                <a:spcAft>
                  <a:spcPts val="0"/>
                </a:spcAft>
                <a:defRPr/>
              </a:pPr>
              <a:r>
                <a:rPr lang="en-VN" sz="4800" b="1">
                  <a:ln>
                    <a:solidFill>
                      <a:schemeClr val="accent2"/>
                    </a:solidFill>
                  </a:ln>
                  <a:solidFill>
                    <a:schemeClr val="accent2"/>
                  </a:solidFill>
                  <a:effectLst>
                    <a:innerShdw blurRad="63500" dist="50800" dir="10800000">
                      <a:prstClr val="black">
                        <a:alpha val="50000"/>
                      </a:prstClr>
                    </a:innerShdw>
                    <a:reflection blurRad="6350" stA="55000" endA="300" endPos="45500" dir="5400000" sy="-100000" algn="bl" rotWithShape="0"/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03</a:t>
              </a:r>
            </a:p>
          </p:txBody>
        </p:sp>
        <p:sp>
          <p:nvSpPr>
            <p:cNvPr id="5130" name="Title 1">
              <a:extLst>
                <a:ext uri="{FF2B5EF4-FFF2-40B4-BE49-F238E27FC236}">
                  <a16:creationId xmlns:a16="http://schemas.microsoft.com/office/drawing/2014/main" id="{3AFDE809-AC60-BEC8-1433-98B321D8FF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48884" y="1967764"/>
              <a:ext cx="4045713" cy="485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rgbClr val="18459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Các nghiên cứu liên quan</a:t>
              </a:r>
            </a:p>
          </p:txBody>
        </p:sp>
      </p:grpSp>
      <p:sp>
        <p:nvSpPr>
          <p:cNvPr id="20" name="Title 1">
            <a:extLst>
              <a:ext uri="{FF2B5EF4-FFF2-40B4-BE49-F238E27FC236}">
                <a16:creationId xmlns:a16="http://schemas.microsoft.com/office/drawing/2014/main" id="{16A0A915-0E77-86DF-5FCE-DAD5D5AF2820}"/>
              </a:ext>
            </a:extLst>
          </p:cNvPr>
          <p:cNvSpPr txBox="1">
            <a:spLocks/>
          </p:cNvSpPr>
          <p:nvPr/>
        </p:nvSpPr>
        <p:spPr>
          <a:xfrm>
            <a:off x="2586396" y="4424240"/>
            <a:ext cx="986091" cy="485912"/>
          </a:xfrm>
          <a:prstGeom prst="rect">
            <a:avLst/>
          </a:prstGeom>
        </p:spPr>
        <p:txBody>
          <a:bodyPr anchor="ctr">
            <a:scene3d>
              <a:camera prst="orthographicFront"/>
              <a:lightRig rig="threePt" dir="t"/>
            </a:scene3d>
            <a:sp3d extrusionH="57150">
              <a:bevelT w="82550" h="38100" prst="coolSlant"/>
            </a:sp3d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r>
              <a:rPr lang="en-VN" sz="4800" b="1">
                <a:ln>
                  <a:solidFill>
                    <a:schemeClr val="accent2"/>
                  </a:solidFill>
                </a:ln>
                <a:solidFill>
                  <a:schemeClr val="accent2"/>
                </a:solidFill>
                <a:effectLst>
                  <a:innerShdw blurRad="63500" dist="50800" dir="10800000">
                    <a:prstClr val="black">
                      <a:alpha val="50000"/>
                    </a:prstClr>
                  </a:innerShdw>
                  <a:reflection blurRad="6350" stA="55000" endA="300" endPos="45500" dir="5400000" sy="-100000" algn="bl" rotWithShape="0"/>
                </a:effectLst>
                <a:latin typeface="Arial" panose="020B0604020202020204" pitchFamily="34" charset="0"/>
                <a:cs typeface="Arial" panose="020B0604020202020204" pitchFamily="34" charset="0"/>
              </a:rPr>
              <a:t>04</a:t>
            </a:r>
          </a:p>
        </p:txBody>
      </p:sp>
      <p:sp>
        <p:nvSpPr>
          <p:cNvPr id="5133" name="Title 1">
            <a:extLst>
              <a:ext uri="{FF2B5EF4-FFF2-40B4-BE49-F238E27FC236}">
                <a16:creationId xmlns:a16="http://schemas.microsoft.com/office/drawing/2014/main" id="{5151FDE6-6C7A-7490-3B34-A373FA50C7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439" y="5213433"/>
            <a:ext cx="3352007" cy="48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18459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</a:t>
            </a:r>
            <a:r>
              <a:rPr lang="vi-VN" altLang="en-US" sz="2400">
                <a:solidFill>
                  <a:srgbClr val="18459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altLang="en-US" sz="2400">
                <a:solidFill>
                  <a:srgbClr val="18459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ơng pháp đề xuất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7635AFC-95CA-B68D-888A-BB72F2EFFB04}"/>
              </a:ext>
            </a:extLst>
          </p:cNvPr>
          <p:cNvCxnSpPr>
            <a:cxnSpLocks/>
          </p:cNvCxnSpPr>
          <p:nvPr/>
        </p:nvCxnSpPr>
        <p:spPr>
          <a:xfrm>
            <a:off x="371475" y="858838"/>
            <a:ext cx="3055938" cy="0"/>
          </a:xfrm>
          <a:prstGeom prst="line">
            <a:avLst/>
          </a:prstGeom>
          <a:ln w="12700">
            <a:solidFill>
              <a:srgbClr val="18459E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9709FC5-6B84-D107-3FC9-6BBA0A7614A7}"/>
              </a:ext>
            </a:extLst>
          </p:cNvPr>
          <p:cNvCxnSpPr>
            <a:cxnSpLocks/>
          </p:cNvCxnSpPr>
          <p:nvPr/>
        </p:nvCxnSpPr>
        <p:spPr>
          <a:xfrm flipV="1">
            <a:off x="3427413" y="503238"/>
            <a:ext cx="327025" cy="355600"/>
          </a:xfrm>
          <a:prstGeom prst="line">
            <a:avLst/>
          </a:prstGeom>
          <a:ln w="12700">
            <a:solidFill>
              <a:srgbClr val="18459E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79AF0046-51AE-28DF-A0A3-82CD6397A240}"/>
              </a:ext>
            </a:extLst>
          </p:cNvPr>
          <p:cNvCxnSpPr>
            <a:cxnSpLocks/>
          </p:cNvCxnSpPr>
          <p:nvPr/>
        </p:nvCxnSpPr>
        <p:spPr>
          <a:xfrm>
            <a:off x="3754438" y="503238"/>
            <a:ext cx="8066087" cy="0"/>
          </a:xfrm>
          <a:prstGeom prst="line">
            <a:avLst/>
          </a:prstGeom>
          <a:ln w="12700">
            <a:solidFill>
              <a:srgbClr val="18459E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1" name="Rectangle 16">
            <a:extLst>
              <a:ext uri="{FF2B5EF4-FFF2-40B4-BE49-F238E27FC236}">
                <a16:creationId xmlns:a16="http://schemas.microsoft.com/office/drawing/2014/main" id="{8367370B-EDA8-88B2-E0C0-89D44365A38D}"/>
              </a:ext>
            </a:extLst>
          </p:cNvPr>
          <p:cNvSpPr/>
          <p:nvPr/>
        </p:nvSpPr>
        <p:spPr>
          <a:xfrm flipH="1">
            <a:off x="-12700" y="6608763"/>
            <a:ext cx="1227138" cy="266700"/>
          </a:xfrm>
          <a:custGeom>
            <a:avLst/>
            <a:gdLst>
              <a:gd name="connsiteX0" fmla="*/ 0 w 2523344"/>
              <a:gd name="connsiteY0" fmla="*/ 0 h 482600"/>
              <a:gd name="connsiteX1" fmla="*/ 2523344 w 2523344"/>
              <a:gd name="connsiteY1" fmla="*/ 0 h 482600"/>
              <a:gd name="connsiteX2" fmla="*/ 2523344 w 2523344"/>
              <a:gd name="connsiteY2" fmla="*/ 482600 h 482600"/>
              <a:gd name="connsiteX3" fmla="*/ 0 w 2523344"/>
              <a:gd name="connsiteY3" fmla="*/ 482600 h 482600"/>
              <a:gd name="connsiteX4" fmla="*/ 0 w 2523344"/>
              <a:gd name="connsiteY4" fmla="*/ 0 h 482600"/>
              <a:gd name="connsiteX0" fmla="*/ 524655 w 2523344"/>
              <a:gd name="connsiteY0" fmla="*/ 14990 h 482600"/>
              <a:gd name="connsiteX1" fmla="*/ 2523344 w 2523344"/>
              <a:gd name="connsiteY1" fmla="*/ 0 h 482600"/>
              <a:gd name="connsiteX2" fmla="*/ 2523344 w 2523344"/>
              <a:gd name="connsiteY2" fmla="*/ 482600 h 482600"/>
              <a:gd name="connsiteX3" fmla="*/ 0 w 2523344"/>
              <a:gd name="connsiteY3" fmla="*/ 482600 h 482600"/>
              <a:gd name="connsiteX4" fmla="*/ 524655 w 2523344"/>
              <a:gd name="connsiteY4" fmla="*/ 14990 h 482600"/>
              <a:gd name="connsiteX0" fmla="*/ 404734 w 2523344"/>
              <a:gd name="connsiteY0" fmla="*/ 44971 h 482600"/>
              <a:gd name="connsiteX1" fmla="*/ 2523344 w 2523344"/>
              <a:gd name="connsiteY1" fmla="*/ 0 h 482600"/>
              <a:gd name="connsiteX2" fmla="*/ 2523344 w 2523344"/>
              <a:gd name="connsiteY2" fmla="*/ 482600 h 482600"/>
              <a:gd name="connsiteX3" fmla="*/ 0 w 2523344"/>
              <a:gd name="connsiteY3" fmla="*/ 482600 h 482600"/>
              <a:gd name="connsiteX4" fmla="*/ 404734 w 2523344"/>
              <a:gd name="connsiteY4" fmla="*/ 44971 h 482600"/>
              <a:gd name="connsiteX0" fmla="*/ 404734 w 2523344"/>
              <a:gd name="connsiteY0" fmla="*/ 0 h 482600"/>
              <a:gd name="connsiteX1" fmla="*/ 2523344 w 2523344"/>
              <a:gd name="connsiteY1" fmla="*/ 0 h 482600"/>
              <a:gd name="connsiteX2" fmla="*/ 2523344 w 2523344"/>
              <a:gd name="connsiteY2" fmla="*/ 482600 h 482600"/>
              <a:gd name="connsiteX3" fmla="*/ 0 w 2523344"/>
              <a:gd name="connsiteY3" fmla="*/ 482600 h 482600"/>
              <a:gd name="connsiteX4" fmla="*/ 404734 w 2523344"/>
              <a:gd name="connsiteY4" fmla="*/ 0 h 482600"/>
              <a:gd name="connsiteX0" fmla="*/ 493662 w 2523344"/>
              <a:gd name="connsiteY0" fmla="*/ 10816 h 482600"/>
              <a:gd name="connsiteX1" fmla="*/ 2523344 w 2523344"/>
              <a:gd name="connsiteY1" fmla="*/ 0 h 482600"/>
              <a:gd name="connsiteX2" fmla="*/ 2523344 w 2523344"/>
              <a:gd name="connsiteY2" fmla="*/ 482600 h 482600"/>
              <a:gd name="connsiteX3" fmla="*/ 0 w 2523344"/>
              <a:gd name="connsiteY3" fmla="*/ 482600 h 482600"/>
              <a:gd name="connsiteX4" fmla="*/ 493662 w 2523344"/>
              <a:gd name="connsiteY4" fmla="*/ 10816 h 482600"/>
              <a:gd name="connsiteX0" fmla="*/ 371386 w 2523344"/>
              <a:gd name="connsiteY0" fmla="*/ 10816 h 482600"/>
              <a:gd name="connsiteX1" fmla="*/ 2523344 w 2523344"/>
              <a:gd name="connsiteY1" fmla="*/ 0 h 482600"/>
              <a:gd name="connsiteX2" fmla="*/ 2523344 w 2523344"/>
              <a:gd name="connsiteY2" fmla="*/ 482600 h 482600"/>
              <a:gd name="connsiteX3" fmla="*/ 0 w 2523344"/>
              <a:gd name="connsiteY3" fmla="*/ 482600 h 482600"/>
              <a:gd name="connsiteX4" fmla="*/ 371386 w 2523344"/>
              <a:gd name="connsiteY4" fmla="*/ 10816 h 482600"/>
              <a:gd name="connsiteX0" fmla="*/ 406017 w 2557975"/>
              <a:gd name="connsiteY0" fmla="*/ 10816 h 488215"/>
              <a:gd name="connsiteX1" fmla="*/ 2557975 w 2557975"/>
              <a:gd name="connsiteY1" fmla="*/ 0 h 488215"/>
              <a:gd name="connsiteX2" fmla="*/ 2557975 w 2557975"/>
              <a:gd name="connsiteY2" fmla="*/ 482600 h 488215"/>
              <a:gd name="connsiteX3" fmla="*/ 0 w 2557975"/>
              <a:gd name="connsiteY3" fmla="*/ 488215 h 488215"/>
              <a:gd name="connsiteX4" fmla="*/ 406017 w 2557975"/>
              <a:gd name="connsiteY4" fmla="*/ 10816 h 488215"/>
              <a:gd name="connsiteX0" fmla="*/ 406017 w 4108665"/>
              <a:gd name="connsiteY0" fmla="*/ 10816 h 488215"/>
              <a:gd name="connsiteX1" fmla="*/ 2557975 w 4108665"/>
              <a:gd name="connsiteY1" fmla="*/ 0 h 488215"/>
              <a:gd name="connsiteX2" fmla="*/ 4108665 w 4108665"/>
              <a:gd name="connsiteY2" fmla="*/ 482600 h 488215"/>
              <a:gd name="connsiteX3" fmla="*/ 0 w 4108665"/>
              <a:gd name="connsiteY3" fmla="*/ 488215 h 488215"/>
              <a:gd name="connsiteX4" fmla="*/ 406017 w 4108665"/>
              <a:gd name="connsiteY4" fmla="*/ 10816 h 488215"/>
              <a:gd name="connsiteX0" fmla="*/ 406017 w 4108665"/>
              <a:gd name="connsiteY0" fmla="*/ 10816 h 488215"/>
              <a:gd name="connsiteX1" fmla="*/ 4108665 w 4108665"/>
              <a:gd name="connsiteY1" fmla="*/ 0 h 488215"/>
              <a:gd name="connsiteX2" fmla="*/ 4108665 w 4108665"/>
              <a:gd name="connsiteY2" fmla="*/ 482600 h 488215"/>
              <a:gd name="connsiteX3" fmla="*/ 0 w 4108665"/>
              <a:gd name="connsiteY3" fmla="*/ 488215 h 488215"/>
              <a:gd name="connsiteX4" fmla="*/ 406017 w 4108665"/>
              <a:gd name="connsiteY4" fmla="*/ 10816 h 488215"/>
              <a:gd name="connsiteX0" fmla="*/ 406017 w 4108665"/>
              <a:gd name="connsiteY0" fmla="*/ 0 h 477399"/>
              <a:gd name="connsiteX1" fmla="*/ 4108665 w 4108665"/>
              <a:gd name="connsiteY1" fmla="*/ 13519 h 477399"/>
              <a:gd name="connsiteX2" fmla="*/ 4108665 w 4108665"/>
              <a:gd name="connsiteY2" fmla="*/ 471784 h 477399"/>
              <a:gd name="connsiteX3" fmla="*/ 0 w 4108665"/>
              <a:gd name="connsiteY3" fmla="*/ 477399 h 477399"/>
              <a:gd name="connsiteX4" fmla="*/ 406017 w 4108665"/>
              <a:gd name="connsiteY4" fmla="*/ 0 h 477399"/>
              <a:gd name="connsiteX0" fmla="*/ 406017 w 4108665"/>
              <a:gd name="connsiteY0" fmla="*/ 4924 h 482323"/>
              <a:gd name="connsiteX1" fmla="*/ 1464331 w 4108665"/>
              <a:gd name="connsiteY1" fmla="*/ 0 h 482323"/>
              <a:gd name="connsiteX2" fmla="*/ 4108665 w 4108665"/>
              <a:gd name="connsiteY2" fmla="*/ 476708 h 482323"/>
              <a:gd name="connsiteX3" fmla="*/ 0 w 4108665"/>
              <a:gd name="connsiteY3" fmla="*/ 482323 h 482323"/>
              <a:gd name="connsiteX4" fmla="*/ 406017 w 4108665"/>
              <a:gd name="connsiteY4" fmla="*/ 4924 h 482323"/>
              <a:gd name="connsiteX0" fmla="*/ 406017 w 1473808"/>
              <a:gd name="connsiteY0" fmla="*/ 4924 h 482323"/>
              <a:gd name="connsiteX1" fmla="*/ 1464331 w 1473808"/>
              <a:gd name="connsiteY1" fmla="*/ 0 h 482323"/>
              <a:gd name="connsiteX2" fmla="*/ 1473808 w 1473808"/>
              <a:gd name="connsiteY2" fmla="*/ 476708 h 482323"/>
              <a:gd name="connsiteX3" fmla="*/ 0 w 1473808"/>
              <a:gd name="connsiteY3" fmla="*/ 482323 h 482323"/>
              <a:gd name="connsiteX4" fmla="*/ 406017 w 1473808"/>
              <a:gd name="connsiteY4" fmla="*/ 4924 h 482323"/>
              <a:gd name="connsiteX0" fmla="*/ 406017 w 1473808"/>
              <a:gd name="connsiteY0" fmla="*/ 4924 h 485929"/>
              <a:gd name="connsiteX1" fmla="*/ 1464331 w 1473808"/>
              <a:gd name="connsiteY1" fmla="*/ 0 h 485929"/>
              <a:gd name="connsiteX2" fmla="*/ 1473808 w 1473808"/>
              <a:gd name="connsiteY2" fmla="*/ 485929 h 485929"/>
              <a:gd name="connsiteX3" fmla="*/ 0 w 1473808"/>
              <a:gd name="connsiteY3" fmla="*/ 482323 h 485929"/>
              <a:gd name="connsiteX4" fmla="*/ 406017 w 1473808"/>
              <a:gd name="connsiteY4" fmla="*/ 4924 h 485929"/>
              <a:gd name="connsiteX0" fmla="*/ 406017 w 1473808"/>
              <a:gd name="connsiteY0" fmla="*/ 0 h 481005"/>
              <a:gd name="connsiteX1" fmla="*/ 1401804 w 1473808"/>
              <a:gd name="connsiteY1" fmla="*/ 1160 h 481005"/>
              <a:gd name="connsiteX2" fmla="*/ 1473808 w 1473808"/>
              <a:gd name="connsiteY2" fmla="*/ 481005 h 481005"/>
              <a:gd name="connsiteX3" fmla="*/ 0 w 1473808"/>
              <a:gd name="connsiteY3" fmla="*/ 477399 h 481005"/>
              <a:gd name="connsiteX4" fmla="*/ 406017 w 1473808"/>
              <a:gd name="connsiteY4" fmla="*/ 0 h 481005"/>
              <a:gd name="connsiteX0" fmla="*/ 406017 w 1401804"/>
              <a:gd name="connsiteY0" fmla="*/ 0 h 477399"/>
              <a:gd name="connsiteX1" fmla="*/ 1401804 w 1401804"/>
              <a:gd name="connsiteY1" fmla="*/ 1160 h 477399"/>
              <a:gd name="connsiteX2" fmla="*/ 1392522 w 1401804"/>
              <a:gd name="connsiteY2" fmla="*/ 265032 h 477399"/>
              <a:gd name="connsiteX3" fmla="*/ 0 w 1401804"/>
              <a:gd name="connsiteY3" fmla="*/ 477399 h 477399"/>
              <a:gd name="connsiteX4" fmla="*/ 406017 w 1401804"/>
              <a:gd name="connsiteY4" fmla="*/ 0 h 477399"/>
              <a:gd name="connsiteX0" fmla="*/ 406017 w 1405028"/>
              <a:gd name="connsiteY0" fmla="*/ 0 h 477399"/>
              <a:gd name="connsiteX1" fmla="*/ 1401804 w 1405028"/>
              <a:gd name="connsiteY1" fmla="*/ 1160 h 477399"/>
              <a:gd name="connsiteX2" fmla="*/ 1405028 w 1405028"/>
              <a:gd name="connsiteY2" fmla="*/ 261990 h 477399"/>
              <a:gd name="connsiteX3" fmla="*/ 0 w 1405028"/>
              <a:gd name="connsiteY3" fmla="*/ 477399 h 477399"/>
              <a:gd name="connsiteX4" fmla="*/ 406017 w 1405028"/>
              <a:gd name="connsiteY4" fmla="*/ 0 h 477399"/>
              <a:gd name="connsiteX0" fmla="*/ 406017 w 1402126"/>
              <a:gd name="connsiteY0" fmla="*/ 0 h 477399"/>
              <a:gd name="connsiteX1" fmla="*/ 1401804 w 1402126"/>
              <a:gd name="connsiteY1" fmla="*/ 1160 h 477399"/>
              <a:gd name="connsiteX2" fmla="*/ 1401902 w 1402126"/>
              <a:gd name="connsiteY2" fmla="*/ 255906 h 477399"/>
              <a:gd name="connsiteX3" fmla="*/ 0 w 1402126"/>
              <a:gd name="connsiteY3" fmla="*/ 477399 h 477399"/>
              <a:gd name="connsiteX4" fmla="*/ 406017 w 1402126"/>
              <a:gd name="connsiteY4" fmla="*/ 0 h 477399"/>
              <a:gd name="connsiteX0" fmla="*/ 205928 w 1202037"/>
              <a:gd name="connsiteY0" fmla="*/ 0 h 255906"/>
              <a:gd name="connsiteX1" fmla="*/ 1201715 w 1202037"/>
              <a:gd name="connsiteY1" fmla="*/ 1160 h 255906"/>
              <a:gd name="connsiteX2" fmla="*/ 1201813 w 1202037"/>
              <a:gd name="connsiteY2" fmla="*/ 255906 h 255906"/>
              <a:gd name="connsiteX3" fmla="*/ 0 w 1202037"/>
              <a:gd name="connsiteY3" fmla="*/ 240133 h 255906"/>
              <a:gd name="connsiteX4" fmla="*/ 205928 w 1202037"/>
              <a:gd name="connsiteY4" fmla="*/ 0 h 255906"/>
              <a:gd name="connsiteX0" fmla="*/ 212181 w 1208290"/>
              <a:gd name="connsiteY0" fmla="*/ 0 h 255906"/>
              <a:gd name="connsiteX1" fmla="*/ 1207968 w 1208290"/>
              <a:gd name="connsiteY1" fmla="*/ 1160 h 255906"/>
              <a:gd name="connsiteX2" fmla="*/ 1208066 w 1208290"/>
              <a:gd name="connsiteY2" fmla="*/ 255906 h 255906"/>
              <a:gd name="connsiteX3" fmla="*/ 0 w 1208290"/>
              <a:gd name="connsiteY3" fmla="*/ 252301 h 255906"/>
              <a:gd name="connsiteX4" fmla="*/ 212181 w 1208290"/>
              <a:gd name="connsiteY4" fmla="*/ 0 h 2559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08290" h="255906">
                <a:moveTo>
                  <a:pt x="212181" y="0"/>
                </a:moveTo>
                <a:lnTo>
                  <a:pt x="1207968" y="1160"/>
                </a:lnTo>
                <a:cubicBezTo>
                  <a:pt x="1209043" y="88103"/>
                  <a:pt x="1206991" y="168963"/>
                  <a:pt x="1208066" y="255906"/>
                </a:cubicBezTo>
                <a:lnTo>
                  <a:pt x="0" y="252301"/>
                </a:lnTo>
                <a:lnTo>
                  <a:pt x="212181" y="0"/>
                </a:lnTo>
                <a:close/>
              </a:path>
            </a:pathLst>
          </a:custGeom>
          <a:solidFill>
            <a:srgbClr val="1845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VN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9555914D-95CB-9E4E-86E5-EC326F204739}"/>
              </a:ext>
            </a:extLst>
          </p:cNvPr>
          <p:cNvCxnSpPr>
            <a:cxnSpLocks/>
          </p:cNvCxnSpPr>
          <p:nvPr/>
        </p:nvCxnSpPr>
        <p:spPr>
          <a:xfrm>
            <a:off x="0" y="6729413"/>
            <a:ext cx="8486775" cy="1587"/>
          </a:xfrm>
          <a:prstGeom prst="line">
            <a:avLst/>
          </a:prstGeom>
          <a:ln w="12700">
            <a:solidFill>
              <a:srgbClr val="18459E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2993673D-E134-8D7C-8C61-110FA2C893D2}"/>
              </a:ext>
            </a:extLst>
          </p:cNvPr>
          <p:cNvCxnSpPr>
            <a:cxnSpLocks/>
          </p:cNvCxnSpPr>
          <p:nvPr/>
        </p:nvCxnSpPr>
        <p:spPr>
          <a:xfrm flipV="1">
            <a:off x="8486775" y="6388100"/>
            <a:ext cx="277813" cy="341313"/>
          </a:xfrm>
          <a:prstGeom prst="line">
            <a:avLst/>
          </a:prstGeom>
          <a:ln w="12700">
            <a:solidFill>
              <a:srgbClr val="18459E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C60D8D56-504D-C6AE-D098-2E9F15861B83}"/>
              </a:ext>
            </a:extLst>
          </p:cNvPr>
          <p:cNvCxnSpPr>
            <a:cxnSpLocks/>
          </p:cNvCxnSpPr>
          <p:nvPr/>
        </p:nvCxnSpPr>
        <p:spPr>
          <a:xfrm>
            <a:off x="8764588" y="6388100"/>
            <a:ext cx="3443287" cy="0"/>
          </a:xfrm>
          <a:prstGeom prst="line">
            <a:avLst/>
          </a:prstGeom>
          <a:ln w="12700">
            <a:solidFill>
              <a:srgbClr val="18459E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5" name="Rectangle 16">
            <a:extLst>
              <a:ext uri="{FF2B5EF4-FFF2-40B4-BE49-F238E27FC236}">
                <a16:creationId xmlns:a16="http://schemas.microsoft.com/office/drawing/2014/main" id="{C6404F18-4420-058D-8097-B40FF9D43ECC}"/>
              </a:ext>
            </a:extLst>
          </p:cNvPr>
          <p:cNvSpPr/>
          <p:nvPr/>
        </p:nvSpPr>
        <p:spPr>
          <a:xfrm>
            <a:off x="8521700" y="6497638"/>
            <a:ext cx="3686175" cy="376237"/>
          </a:xfrm>
          <a:custGeom>
            <a:avLst/>
            <a:gdLst>
              <a:gd name="connsiteX0" fmla="*/ 0 w 2523344"/>
              <a:gd name="connsiteY0" fmla="*/ 0 h 482600"/>
              <a:gd name="connsiteX1" fmla="*/ 2523344 w 2523344"/>
              <a:gd name="connsiteY1" fmla="*/ 0 h 482600"/>
              <a:gd name="connsiteX2" fmla="*/ 2523344 w 2523344"/>
              <a:gd name="connsiteY2" fmla="*/ 482600 h 482600"/>
              <a:gd name="connsiteX3" fmla="*/ 0 w 2523344"/>
              <a:gd name="connsiteY3" fmla="*/ 482600 h 482600"/>
              <a:gd name="connsiteX4" fmla="*/ 0 w 2523344"/>
              <a:gd name="connsiteY4" fmla="*/ 0 h 482600"/>
              <a:gd name="connsiteX0" fmla="*/ 524655 w 2523344"/>
              <a:gd name="connsiteY0" fmla="*/ 14990 h 482600"/>
              <a:gd name="connsiteX1" fmla="*/ 2523344 w 2523344"/>
              <a:gd name="connsiteY1" fmla="*/ 0 h 482600"/>
              <a:gd name="connsiteX2" fmla="*/ 2523344 w 2523344"/>
              <a:gd name="connsiteY2" fmla="*/ 482600 h 482600"/>
              <a:gd name="connsiteX3" fmla="*/ 0 w 2523344"/>
              <a:gd name="connsiteY3" fmla="*/ 482600 h 482600"/>
              <a:gd name="connsiteX4" fmla="*/ 524655 w 2523344"/>
              <a:gd name="connsiteY4" fmla="*/ 14990 h 482600"/>
              <a:gd name="connsiteX0" fmla="*/ 404734 w 2523344"/>
              <a:gd name="connsiteY0" fmla="*/ 44971 h 482600"/>
              <a:gd name="connsiteX1" fmla="*/ 2523344 w 2523344"/>
              <a:gd name="connsiteY1" fmla="*/ 0 h 482600"/>
              <a:gd name="connsiteX2" fmla="*/ 2523344 w 2523344"/>
              <a:gd name="connsiteY2" fmla="*/ 482600 h 482600"/>
              <a:gd name="connsiteX3" fmla="*/ 0 w 2523344"/>
              <a:gd name="connsiteY3" fmla="*/ 482600 h 482600"/>
              <a:gd name="connsiteX4" fmla="*/ 404734 w 2523344"/>
              <a:gd name="connsiteY4" fmla="*/ 44971 h 482600"/>
              <a:gd name="connsiteX0" fmla="*/ 404734 w 2523344"/>
              <a:gd name="connsiteY0" fmla="*/ 0 h 482600"/>
              <a:gd name="connsiteX1" fmla="*/ 2523344 w 2523344"/>
              <a:gd name="connsiteY1" fmla="*/ 0 h 482600"/>
              <a:gd name="connsiteX2" fmla="*/ 2523344 w 2523344"/>
              <a:gd name="connsiteY2" fmla="*/ 482600 h 482600"/>
              <a:gd name="connsiteX3" fmla="*/ 0 w 2523344"/>
              <a:gd name="connsiteY3" fmla="*/ 482600 h 482600"/>
              <a:gd name="connsiteX4" fmla="*/ 404734 w 2523344"/>
              <a:gd name="connsiteY4" fmla="*/ 0 h 482600"/>
              <a:gd name="connsiteX0" fmla="*/ 493662 w 2523344"/>
              <a:gd name="connsiteY0" fmla="*/ 10816 h 482600"/>
              <a:gd name="connsiteX1" fmla="*/ 2523344 w 2523344"/>
              <a:gd name="connsiteY1" fmla="*/ 0 h 482600"/>
              <a:gd name="connsiteX2" fmla="*/ 2523344 w 2523344"/>
              <a:gd name="connsiteY2" fmla="*/ 482600 h 482600"/>
              <a:gd name="connsiteX3" fmla="*/ 0 w 2523344"/>
              <a:gd name="connsiteY3" fmla="*/ 482600 h 482600"/>
              <a:gd name="connsiteX4" fmla="*/ 493662 w 2523344"/>
              <a:gd name="connsiteY4" fmla="*/ 10816 h 482600"/>
              <a:gd name="connsiteX0" fmla="*/ 371386 w 2523344"/>
              <a:gd name="connsiteY0" fmla="*/ 10816 h 482600"/>
              <a:gd name="connsiteX1" fmla="*/ 2523344 w 2523344"/>
              <a:gd name="connsiteY1" fmla="*/ 0 h 482600"/>
              <a:gd name="connsiteX2" fmla="*/ 2523344 w 2523344"/>
              <a:gd name="connsiteY2" fmla="*/ 482600 h 482600"/>
              <a:gd name="connsiteX3" fmla="*/ 0 w 2523344"/>
              <a:gd name="connsiteY3" fmla="*/ 482600 h 482600"/>
              <a:gd name="connsiteX4" fmla="*/ 371386 w 2523344"/>
              <a:gd name="connsiteY4" fmla="*/ 10816 h 482600"/>
              <a:gd name="connsiteX0" fmla="*/ 406017 w 2557975"/>
              <a:gd name="connsiteY0" fmla="*/ 10816 h 488215"/>
              <a:gd name="connsiteX1" fmla="*/ 2557975 w 2557975"/>
              <a:gd name="connsiteY1" fmla="*/ 0 h 488215"/>
              <a:gd name="connsiteX2" fmla="*/ 2557975 w 2557975"/>
              <a:gd name="connsiteY2" fmla="*/ 482600 h 488215"/>
              <a:gd name="connsiteX3" fmla="*/ 0 w 2557975"/>
              <a:gd name="connsiteY3" fmla="*/ 488215 h 488215"/>
              <a:gd name="connsiteX4" fmla="*/ 406017 w 2557975"/>
              <a:gd name="connsiteY4" fmla="*/ 10816 h 488215"/>
              <a:gd name="connsiteX0" fmla="*/ 406017 w 4108665"/>
              <a:gd name="connsiteY0" fmla="*/ 10816 h 488215"/>
              <a:gd name="connsiteX1" fmla="*/ 2557975 w 4108665"/>
              <a:gd name="connsiteY1" fmla="*/ 0 h 488215"/>
              <a:gd name="connsiteX2" fmla="*/ 4108665 w 4108665"/>
              <a:gd name="connsiteY2" fmla="*/ 482600 h 488215"/>
              <a:gd name="connsiteX3" fmla="*/ 0 w 4108665"/>
              <a:gd name="connsiteY3" fmla="*/ 488215 h 488215"/>
              <a:gd name="connsiteX4" fmla="*/ 406017 w 4108665"/>
              <a:gd name="connsiteY4" fmla="*/ 10816 h 488215"/>
              <a:gd name="connsiteX0" fmla="*/ 406017 w 4108665"/>
              <a:gd name="connsiteY0" fmla="*/ 10816 h 488215"/>
              <a:gd name="connsiteX1" fmla="*/ 4108665 w 4108665"/>
              <a:gd name="connsiteY1" fmla="*/ 0 h 488215"/>
              <a:gd name="connsiteX2" fmla="*/ 4108665 w 4108665"/>
              <a:gd name="connsiteY2" fmla="*/ 482600 h 488215"/>
              <a:gd name="connsiteX3" fmla="*/ 0 w 4108665"/>
              <a:gd name="connsiteY3" fmla="*/ 488215 h 488215"/>
              <a:gd name="connsiteX4" fmla="*/ 406017 w 4108665"/>
              <a:gd name="connsiteY4" fmla="*/ 10816 h 488215"/>
              <a:gd name="connsiteX0" fmla="*/ 406017 w 4108665"/>
              <a:gd name="connsiteY0" fmla="*/ 0 h 477399"/>
              <a:gd name="connsiteX1" fmla="*/ 4108665 w 4108665"/>
              <a:gd name="connsiteY1" fmla="*/ 13519 h 477399"/>
              <a:gd name="connsiteX2" fmla="*/ 4108665 w 4108665"/>
              <a:gd name="connsiteY2" fmla="*/ 471784 h 477399"/>
              <a:gd name="connsiteX3" fmla="*/ 0 w 4108665"/>
              <a:gd name="connsiteY3" fmla="*/ 477399 h 477399"/>
              <a:gd name="connsiteX4" fmla="*/ 406017 w 4108665"/>
              <a:gd name="connsiteY4" fmla="*/ 0 h 477399"/>
              <a:gd name="connsiteX0" fmla="*/ 289036 w 3991684"/>
              <a:gd name="connsiteY0" fmla="*/ 0 h 471784"/>
              <a:gd name="connsiteX1" fmla="*/ 3991684 w 3991684"/>
              <a:gd name="connsiteY1" fmla="*/ 13519 h 471784"/>
              <a:gd name="connsiteX2" fmla="*/ 3991684 w 3991684"/>
              <a:gd name="connsiteY2" fmla="*/ 471784 h 471784"/>
              <a:gd name="connsiteX3" fmla="*/ 0 w 3991684"/>
              <a:gd name="connsiteY3" fmla="*/ 356682 h 471784"/>
              <a:gd name="connsiteX4" fmla="*/ 289036 w 3991684"/>
              <a:gd name="connsiteY4" fmla="*/ 0 h 471784"/>
              <a:gd name="connsiteX0" fmla="*/ 274856 w 3977504"/>
              <a:gd name="connsiteY0" fmla="*/ 0 h 471784"/>
              <a:gd name="connsiteX1" fmla="*/ 3977504 w 3977504"/>
              <a:gd name="connsiteY1" fmla="*/ 13519 h 471784"/>
              <a:gd name="connsiteX2" fmla="*/ 3977504 w 3977504"/>
              <a:gd name="connsiteY2" fmla="*/ 471784 h 471784"/>
              <a:gd name="connsiteX3" fmla="*/ 0 w 3977504"/>
              <a:gd name="connsiteY3" fmla="*/ 360131 h 471784"/>
              <a:gd name="connsiteX4" fmla="*/ 274856 w 3977504"/>
              <a:gd name="connsiteY4" fmla="*/ 0 h 471784"/>
              <a:gd name="connsiteX0" fmla="*/ 292580 w 3995228"/>
              <a:gd name="connsiteY0" fmla="*/ 0 h 471784"/>
              <a:gd name="connsiteX1" fmla="*/ 3995228 w 3995228"/>
              <a:gd name="connsiteY1" fmla="*/ 13519 h 471784"/>
              <a:gd name="connsiteX2" fmla="*/ 3995228 w 3995228"/>
              <a:gd name="connsiteY2" fmla="*/ 471784 h 471784"/>
              <a:gd name="connsiteX3" fmla="*/ 0 w 3995228"/>
              <a:gd name="connsiteY3" fmla="*/ 367029 h 471784"/>
              <a:gd name="connsiteX4" fmla="*/ 292580 w 3995228"/>
              <a:gd name="connsiteY4" fmla="*/ 0 h 471784"/>
              <a:gd name="connsiteX0" fmla="*/ 292580 w 3995228"/>
              <a:gd name="connsiteY0" fmla="*/ 0 h 385558"/>
              <a:gd name="connsiteX1" fmla="*/ 3995228 w 3995228"/>
              <a:gd name="connsiteY1" fmla="*/ 13519 h 385558"/>
              <a:gd name="connsiteX2" fmla="*/ 3662009 w 3995228"/>
              <a:gd name="connsiteY2" fmla="*/ 385558 h 385558"/>
              <a:gd name="connsiteX3" fmla="*/ 0 w 3995228"/>
              <a:gd name="connsiteY3" fmla="*/ 367029 h 385558"/>
              <a:gd name="connsiteX4" fmla="*/ 292580 w 3995228"/>
              <a:gd name="connsiteY4" fmla="*/ 0 h 385558"/>
              <a:gd name="connsiteX0" fmla="*/ 292580 w 3995228"/>
              <a:gd name="connsiteY0" fmla="*/ 0 h 367029"/>
              <a:gd name="connsiteX1" fmla="*/ 3995228 w 3995228"/>
              <a:gd name="connsiteY1" fmla="*/ 13519 h 367029"/>
              <a:gd name="connsiteX2" fmla="*/ 3640740 w 3995228"/>
              <a:gd name="connsiteY2" fmla="*/ 347618 h 367029"/>
              <a:gd name="connsiteX3" fmla="*/ 0 w 3995228"/>
              <a:gd name="connsiteY3" fmla="*/ 367029 h 367029"/>
              <a:gd name="connsiteX4" fmla="*/ 292580 w 3995228"/>
              <a:gd name="connsiteY4" fmla="*/ 0 h 367029"/>
              <a:gd name="connsiteX0" fmla="*/ 292580 w 3995228"/>
              <a:gd name="connsiteY0" fmla="*/ 0 h 367029"/>
              <a:gd name="connsiteX1" fmla="*/ 3995228 w 3995228"/>
              <a:gd name="connsiteY1" fmla="*/ 13519 h 367029"/>
              <a:gd name="connsiteX2" fmla="*/ 3630105 w 3995228"/>
              <a:gd name="connsiteY2" fmla="*/ 213104 h 367029"/>
              <a:gd name="connsiteX3" fmla="*/ 0 w 3995228"/>
              <a:gd name="connsiteY3" fmla="*/ 367029 h 367029"/>
              <a:gd name="connsiteX4" fmla="*/ 292580 w 3995228"/>
              <a:gd name="connsiteY4" fmla="*/ 0 h 367029"/>
              <a:gd name="connsiteX0" fmla="*/ 292580 w 3995228"/>
              <a:gd name="connsiteY0" fmla="*/ 0 h 367029"/>
              <a:gd name="connsiteX1" fmla="*/ 3995228 w 3995228"/>
              <a:gd name="connsiteY1" fmla="*/ 13519 h 367029"/>
              <a:gd name="connsiteX2" fmla="*/ 3615926 w 3995228"/>
              <a:gd name="connsiteY2" fmla="*/ 354515 h 367029"/>
              <a:gd name="connsiteX3" fmla="*/ 0 w 3995228"/>
              <a:gd name="connsiteY3" fmla="*/ 367029 h 367029"/>
              <a:gd name="connsiteX4" fmla="*/ 292580 w 3995228"/>
              <a:gd name="connsiteY4" fmla="*/ 0 h 367029"/>
              <a:gd name="connsiteX0" fmla="*/ 278400 w 3981048"/>
              <a:gd name="connsiteY0" fmla="*/ 0 h 360131"/>
              <a:gd name="connsiteX1" fmla="*/ 3981048 w 3981048"/>
              <a:gd name="connsiteY1" fmla="*/ 13519 h 360131"/>
              <a:gd name="connsiteX2" fmla="*/ 3601746 w 3981048"/>
              <a:gd name="connsiteY2" fmla="*/ 354515 h 360131"/>
              <a:gd name="connsiteX3" fmla="*/ 0 w 3981048"/>
              <a:gd name="connsiteY3" fmla="*/ 360131 h 360131"/>
              <a:gd name="connsiteX4" fmla="*/ 278400 w 3981048"/>
              <a:gd name="connsiteY4" fmla="*/ 0 h 360131"/>
              <a:gd name="connsiteX0" fmla="*/ 285490 w 3988138"/>
              <a:gd name="connsiteY0" fmla="*/ 0 h 360131"/>
              <a:gd name="connsiteX1" fmla="*/ 3988138 w 3988138"/>
              <a:gd name="connsiteY1" fmla="*/ 13519 h 360131"/>
              <a:gd name="connsiteX2" fmla="*/ 3608836 w 3988138"/>
              <a:gd name="connsiteY2" fmla="*/ 354515 h 360131"/>
              <a:gd name="connsiteX3" fmla="*/ 0 w 3988138"/>
              <a:gd name="connsiteY3" fmla="*/ 360131 h 360131"/>
              <a:gd name="connsiteX4" fmla="*/ 285490 w 3988138"/>
              <a:gd name="connsiteY4" fmla="*/ 0 h 360131"/>
              <a:gd name="connsiteX0" fmla="*/ 299670 w 4002318"/>
              <a:gd name="connsiteY0" fmla="*/ 0 h 360131"/>
              <a:gd name="connsiteX1" fmla="*/ 4002318 w 4002318"/>
              <a:gd name="connsiteY1" fmla="*/ 13519 h 360131"/>
              <a:gd name="connsiteX2" fmla="*/ 3623016 w 4002318"/>
              <a:gd name="connsiteY2" fmla="*/ 354515 h 360131"/>
              <a:gd name="connsiteX3" fmla="*/ 0 w 4002318"/>
              <a:gd name="connsiteY3" fmla="*/ 360131 h 360131"/>
              <a:gd name="connsiteX4" fmla="*/ 299670 w 4002318"/>
              <a:gd name="connsiteY4" fmla="*/ 0 h 360131"/>
              <a:gd name="connsiteX0" fmla="*/ 299670 w 3623016"/>
              <a:gd name="connsiteY0" fmla="*/ 0 h 360131"/>
              <a:gd name="connsiteX1" fmla="*/ 3615926 w 3623016"/>
              <a:gd name="connsiteY1" fmla="*/ 10070 h 360131"/>
              <a:gd name="connsiteX2" fmla="*/ 3623016 w 3623016"/>
              <a:gd name="connsiteY2" fmla="*/ 354515 h 360131"/>
              <a:gd name="connsiteX3" fmla="*/ 0 w 3623016"/>
              <a:gd name="connsiteY3" fmla="*/ 360131 h 360131"/>
              <a:gd name="connsiteX4" fmla="*/ 299670 w 3623016"/>
              <a:gd name="connsiteY4" fmla="*/ 0 h 360131"/>
              <a:gd name="connsiteX0" fmla="*/ 299670 w 3630106"/>
              <a:gd name="connsiteY0" fmla="*/ 277 h 360408"/>
              <a:gd name="connsiteX1" fmla="*/ 3630106 w 3630106"/>
              <a:gd name="connsiteY1" fmla="*/ 0 h 360408"/>
              <a:gd name="connsiteX2" fmla="*/ 3623016 w 3630106"/>
              <a:gd name="connsiteY2" fmla="*/ 354792 h 360408"/>
              <a:gd name="connsiteX3" fmla="*/ 0 w 3630106"/>
              <a:gd name="connsiteY3" fmla="*/ 360408 h 360408"/>
              <a:gd name="connsiteX4" fmla="*/ 299670 w 3630106"/>
              <a:gd name="connsiteY4" fmla="*/ 277 h 3604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30106" h="360408">
                <a:moveTo>
                  <a:pt x="299670" y="277"/>
                </a:moveTo>
                <a:lnTo>
                  <a:pt x="3630106" y="0"/>
                </a:lnTo>
                <a:lnTo>
                  <a:pt x="3623016" y="354792"/>
                </a:lnTo>
                <a:lnTo>
                  <a:pt x="0" y="360408"/>
                </a:lnTo>
                <a:lnTo>
                  <a:pt x="299670" y="277"/>
                </a:lnTo>
                <a:close/>
              </a:path>
            </a:pathLst>
          </a:custGeom>
          <a:solidFill>
            <a:srgbClr val="EF68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VN"/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B8E5982D-42B0-4BAC-9F51-14C21143D00A}"/>
              </a:ext>
            </a:extLst>
          </p:cNvPr>
          <p:cNvSpPr txBox="1">
            <a:spLocks/>
          </p:cNvSpPr>
          <p:nvPr/>
        </p:nvSpPr>
        <p:spPr>
          <a:xfrm>
            <a:off x="8795921" y="4424628"/>
            <a:ext cx="986091" cy="485912"/>
          </a:xfrm>
          <a:prstGeom prst="rect">
            <a:avLst/>
          </a:prstGeom>
        </p:spPr>
        <p:txBody>
          <a:bodyPr anchor="ctr">
            <a:scene3d>
              <a:camera prst="orthographicFront"/>
              <a:lightRig rig="threePt" dir="t"/>
            </a:scene3d>
            <a:sp3d extrusionH="57150">
              <a:bevelT w="82550" h="38100" prst="coolSlant"/>
            </a:sp3d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r>
              <a:rPr lang="en-VN" sz="4800" b="1">
                <a:ln>
                  <a:solidFill>
                    <a:schemeClr val="accent2"/>
                  </a:solidFill>
                </a:ln>
                <a:solidFill>
                  <a:schemeClr val="accent2"/>
                </a:solidFill>
                <a:effectLst>
                  <a:innerShdw blurRad="63500" dist="50800" dir="10800000">
                    <a:prstClr val="black">
                      <a:alpha val="50000"/>
                    </a:prstClr>
                  </a:innerShdw>
                  <a:reflection blurRad="6350" stA="55000" endA="300" endPos="45500" dir="5400000" sy="-100000" algn="bl" rotWithShape="0"/>
                </a:effectLst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n-US" sz="4800" b="1">
                <a:ln>
                  <a:solidFill>
                    <a:schemeClr val="accent2"/>
                  </a:solidFill>
                </a:ln>
                <a:solidFill>
                  <a:schemeClr val="accent2"/>
                </a:solidFill>
                <a:effectLst>
                  <a:innerShdw blurRad="63500" dist="50800" dir="10800000">
                    <a:prstClr val="black">
                      <a:alpha val="50000"/>
                    </a:prstClr>
                  </a:innerShdw>
                  <a:reflection blurRad="6350" stA="55000" endA="300" endPos="45500" dir="5400000" sy="-100000" algn="bl" rotWithShape="0"/>
                </a:effectLst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endParaRPr lang="en-VN" sz="4800" b="1">
              <a:ln>
                <a:solidFill>
                  <a:schemeClr val="accent2"/>
                </a:solidFill>
              </a:ln>
              <a:solidFill>
                <a:schemeClr val="accent2"/>
              </a:solidFill>
              <a:effectLst>
                <a:innerShdw blurRad="63500" dist="50800" dir="10800000">
                  <a:prstClr val="black">
                    <a:alpha val="50000"/>
                  </a:prstClr>
                </a:innerShdw>
                <a:reflection blurRad="6350" stA="55000" endA="300" endPos="45500" dir="5400000" sy="-100000" algn="bl" rotWithShape="0"/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E4B658C4-CAD0-4848-B625-A7EF0A821D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51003" y="5213433"/>
            <a:ext cx="3087687" cy="48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18459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Kết quả thực nghiệm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7EF61F3-F0C9-2331-5C89-FB6278D405BB}"/>
              </a:ext>
            </a:extLst>
          </p:cNvPr>
          <p:cNvCxnSpPr>
            <a:cxnSpLocks/>
          </p:cNvCxnSpPr>
          <p:nvPr/>
        </p:nvCxnSpPr>
        <p:spPr>
          <a:xfrm>
            <a:off x="371475" y="6524625"/>
            <a:ext cx="7042150" cy="0"/>
          </a:xfrm>
          <a:prstGeom prst="line">
            <a:avLst/>
          </a:prstGeom>
          <a:ln w="19050">
            <a:solidFill>
              <a:srgbClr val="18459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71" name="Title 1">
            <a:extLst>
              <a:ext uri="{FF2B5EF4-FFF2-40B4-BE49-F238E27FC236}">
                <a16:creationId xmlns:a16="http://schemas.microsoft.com/office/drawing/2014/main" id="{63801210-85D1-35AB-E930-0680DFD960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875" y="2266950"/>
            <a:ext cx="2460625" cy="1087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9600" b="1">
                <a:solidFill>
                  <a:srgbClr val="ED7D3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01</a:t>
            </a:r>
          </a:p>
        </p:txBody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78A217F0-1B60-A6B9-3F25-2ED1999FC101}"/>
              </a:ext>
            </a:extLst>
          </p:cNvPr>
          <p:cNvSpPr>
            <a:spLocks/>
          </p:cNvSpPr>
          <p:nvPr/>
        </p:nvSpPr>
        <p:spPr bwMode="auto">
          <a:xfrm>
            <a:off x="6389688" y="-9525"/>
            <a:ext cx="5802312" cy="6904038"/>
          </a:xfrm>
          <a:custGeom>
            <a:avLst/>
            <a:gdLst>
              <a:gd name="T0" fmla="*/ 0 w 5802198"/>
              <a:gd name="T1" fmla="*/ 0 h 6904078"/>
              <a:gd name="T2" fmla="*/ 5802426 w 5802198"/>
              <a:gd name="T3" fmla="*/ 0 h 6904078"/>
              <a:gd name="T4" fmla="*/ 5802426 w 5802198"/>
              <a:gd name="T5" fmla="*/ 6903998 h 6904078"/>
              <a:gd name="T6" fmla="*/ 1253815 w 5802198"/>
              <a:gd name="T7" fmla="*/ 6903998 h 6904078"/>
              <a:gd name="T8" fmla="*/ 0 w 5802198"/>
              <a:gd name="T9" fmla="*/ 0 h 690407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5802198" h="6904078">
                <a:moveTo>
                  <a:pt x="0" y="0"/>
                </a:moveTo>
                <a:lnTo>
                  <a:pt x="5802198" y="0"/>
                </a:lnTo>
                <a:lnTo>
                  <a:pt x="5802198" y="6904078"/>
                </a:lnTo>
                <a:lnTo>
                  <a:pt x="1253765" y="69040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 w="12700" cap="flat" cmpd="sng" algn="ctr">
            <a:solidFill>
              <a:srgbClr val="2F528F"/>
            </a:solidFill>
            <a:prstDash val="solid"/>
            <a:miter lim="800000"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7173" name="Title 1">
            <a:extLst>
              <a:ext uri="{FF2B5EF4-FFF2-40B4-BE49-F238E27FC236}">
                <a16:creationId xmlns:a16="http://schemas.microsoft.com/office/drawing/2014/main" id="{27E39CFE-49ED-D1DF-E82A-752DE81C27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2575" y="3708400"/>
            <a:ext cx="5072063" cy="790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3000">
                <a:solidFill>
                  <a:srgbClr val="18459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Giới thiệu đề tài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E5230BE-3C4A-F82B-C6B7-F83B8D2407E9}"/>
              </a:ext>
            </a:extLst>
          </p:cNvPr>
          <p:cNvSpPr/>
          <p:nvPr/>
        </p:nvSpPr>
        <p:spPr>
          <a:xfrm rot="20981182">
            <a:off x="6562725" y="-123825"/>
            <a:ext cx="496888" cy="7113588"/>
          </a:xfrm>
          <a:custGeom>
            <a:avLst/>
            <a:gdLst>
              <a:gd name="connsiteX0" fmla="*/ 0 w 486990"/>
              <a:gd name="connsiteY0" fmla="*/ 0 h 7784757"/>
              <a:gd name="connsiteX1" fmla="*/ 486990 w 486990"/>
              <a:gd name="connsiteY1" fmla="*/ 0 h 7784757"/>
              <a:gd name="connsiteX2" fmla="*/ 486990 w 486990"/>
              <a:gd name="connsiteY2" fmla="*/ 7784757 h 7784757"/>
              <a:gd name="connsiteX3" fmla="*/ 0 w 486990"/>
              <a:gd name="connsiteY3" fmla="*/ 7784757 h 7784757"/>
              <a:gd name="connsiteX4" fmla="*/ 0 w 486990"/>
              <a:gd name="connsiteY4" fmla="*/ 0 h 7784757"/>
              <a:gd name="connsiteX0" fmla="*/ 0 w 492423"/>
              <a:gd name="connsiteY0" fmla="*/ 187351 h 7784757"/>
              <a:gd name="connsiteX1" fmla="*/ 492423 w 492423"/>
              <a:gd name="connsiteY1" fmla="*/ 0 h 7784757"/>
              <a:gd name="connsiteX2" fmla="*/ 492423 w 492423"/>
              <a:gd name="connsiteY2" fmla="*/ 7784757 h 7784757"/>
              <a:gd name="connsiteX3" fmla="*/ 5433 w 492423"/>
              <a:gd name="connsiteY3" fmla="*/ 7784757 h 7784757"/>
              <a:gd name="connsiteX4" fmla="*/ 0 w 492423"/>
              <a:gd name="connsiteY4" fmla="*/ 187351 h 7784757"/>
              <a:gd name="connsiteX0" fmla="*/ 0 w 496344"/>
              <a:gd name="connsiteY0" fmla="*/ 0 h 7597406"/>
              <a:gd name="connsiteX1" fmla="*/ 496344 w 496344"/>
              <a:gd name="connsiteY1" fmla="*/ 83590 h 7597406"/>
              <a:gd name="connsiteX2" fmla="*/ 492423 w 496344"/>
              <a:gd name="connsiteY2" fmla="*/ 7597406 h 7597406"/>
              <a:gd name="connsiteX3" fmla="*/ 5433 w 496344"/>
              <a:gd name="connsiteY3" fmla="*/ 7597406 h 7597406"/>
              <a:gd name="connsiteX4" fmla="*/ 0 w 496344"/>
              <a:gd name="connsiteY4" fmla="*/ 0 h 7597406"/>
              <a:gd name="connsiteX0" fmla="*/ 0 w 496344"/>
              <a:gd name="connsiteY0" fmla="*/ 0 h 7597406"/>
              <a:gd name="connsiteX1" fmla="*/ 496344 w 496344"/>
              <a:gd name="connsiteY1" fmla="*/ 83590 h 7597406"/>
              <a:gd name="connsiteX2" fmla="*/ 492423 w 496344"/>
              <a:gd name="connsiteY2" fmla="*/ 7597406 h 7597406"/>
              <a:gd name="connsiteX3" fmla="*/ 1917 w 496344"/>
              <a:gd name="connsiteY3" fmla="*/ 7031747 h 7597406"/>
              <a:gd name="connsiteX4" fmla="*/ 0 w 496344"/>
              <a:gd name="connsiteY4" fmla="*/ 0 h 7597406"/>
              <a:gd name="connsiteX0" fmla="*/ 0 w 496344"/>
              <a:gd name="connsiteY0" fmla="*/ 0 h 7126504"/>
              <a:gd name="connsiteX1" fmla="*/ 496344 w 496344"/>
              <a:gd name="connsiteY1" fmla="*/ 83590 h 7126504"/>
              <a:gd name="connsiteX2" fmla="*/ 492135 w 496344"/>
              <a:gd name="connsiteY2" fmla="*/ 7126504 h 7126504"/>
              <a:gd name="connsiteX3" fmla="*/ 1917 w 496344"/>
              <a:gd name="connsiteY3" fmla="*/ 7031747 h 7126504"/>
              <a:gd name="connsiteX4" fmla="*/ 0 w 496344"/>
              <a:gd name="connsiteY4" fmla="*/ 0 h 7126504"/>
              <a:gd name="connsiteX0" fmla="*/ 0 w 496344"/>
              <a:gd name="connsiteY0" fmla="*/ 0 h 7113893"/>
              <a:gd name="connsiteX1" fmla="*/ 496344 w 496344"/>
              <a:gd name="connsiteY1" fmla="*/ 83590 h 7113893"/>
              <a:gd name="connsiteX2" fmla="*/ 490334 w 496344"/>
              <a:gd name="connsiteY2" fmla="*/ 7113893 h 7113893"/>
              <a:gd name="connsiteX3" fmla="*/ 1917 w 496344"/>
              <a:gd name="connsiteY3" fmla="*/ 7031747 h 7113893"/>
              <a:gd name="connsiteX4" fmla="*/ 0 w 496344"/>
              <a:gd name="connsiteY4" fmla="*/ 0 h 7113893"/>
              <a:gd name="connsiteX0" fmla="*/ 0 w 496344"/>
              <a:gd name="connsiteY0" fmla="*/ 0 h 7113893"/>
              <a:gd name="connsiteX1" fmla="*/ 496344 w 496344"/>
              <a:gd name="connsiteY1" fmla="*/ 83590 h 7113893"/>
              <a:gd name="connsiteX2" fmla="*/ 490334 w 496344"/>
              <a:gd name="connsiteY2" fmla="*/ 7113893 h 7113893"/>
              <a:gd name="connsiteX3" fmla="*/ 117 w 496344"/>
              <a:gd name="connsiteY3" fmla="*/ 7019137 h 7113893"/>
              <a:gd name="connsiteX4" fmla="*/ 0 w 496344"/>
              <a:gd name="connsiteY4" fmla="*/ 0 h 71138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6344" h="7113893">
                <a:moveTo>
                  <a:pt x="0" y="0"/>
                </a:moveTo>
                <a:lnTo>
                  <a:pt x="496344" y="83590"/>
                </a:lnTo>
                <a:cubicBezTo>
                  <a:pt x="494341" y="2427024"/>
                  <a:pt x="492337" y="4770459"/>
                  <a:pt x="490334" y="7113893"/>
                </a:cubicBezTo>
                <a:lnTo>
                  <a:pt x="117" y="7019137"/>
                </a:lnTo>
                <a:lnTo>
                  <a:pt x="0" y="0"/>
                </a:lnTo>
                <a:close/>
              </a:path>
            </a:pathLst>
          </a:custGeom>
          <a:solidFill>
            <a:srgbClr val="EF68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V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514;p46">
            <a:extLst>
              <a:ext uri="{FF2B5EF4-FFF2-40B4-BE49-F238E27FC236}">
                <a16:creationId xmlns:a16="http://schemas.microsoft.com/office/drawing/2014/main" id="{2DFEB432-55DD-7EC1-33F1-2FF6CA37EDF3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3"/>
          <a:srcRect l="13844" r="1803" b="12040"/>
          <a:stretch/>
        </p:blipFill>
        <p:spPr bwMode="auto">
          <a:xfrm>
            <a:off x="8412969" y="317500"/>
            <a:ext cx="3791731" cy="5930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C1DF9139-53D8-5AF6-38D7-4BB5FFA0C783}"/>
              </a:ext>
            </a:extLst>
          </p:cNvPr>
          <p:cNvCxnSpPr>
            <a:cxnSpLocks/>
          </p:cNvCxnSpPr>
          <p:nvPr/>
        </p:nvCxnSpPr>
        <p:spPr>
          <a:xfrm>
            <a:off x="877888" y="158750"/>
            <a:ext cx="11353800" cy="0"/>
          </a:xfrm>
          <a:prstGeom prst="line">
            <a:avLst/>
          </a:prstGeom>
          <a:ln w="12700">
            <a:solidFill>
              <a:srgbClr val="EF6822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219" name="Title 1">
            <a:extLst>
              <a:ext uri="{FF2B5EF4-FFF2-40B4-BE49-F238E27FC236}">
                <a16:creationId xmlns:a16="http://schemas.microsoft.com/office/drawing/2014/main" id="{A677C4EC-928B-001B-5DF5-E03524F235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45060"/>
            <a:ext cx="5167313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200" b="1">
                <a:solidFill>
                  <a:srgbClr val="EF68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 Lý do chọn đề tài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72EE605-7D3F-AD3B-8385-DE2BC7C1CEC4}"/>
              </a:ext>
            </a:extLst>
          </p:cNvPr>
          <p:cNvSpPr txBox="1"/>
          <p:nvPr/>
        </p:nvSpPr>
        <p:spPr>
          <a:xfrm>
            <a:off x="273050" y="2928938"/>
            <a:ext cx="7629525" cy="20335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lnSpc>
                <a:spcPct val="135000"/>
              </a:lnSpc>
              <a:spcBef>
                <a:spcPts val="125"/>
              </a:spcBef>
              <a:spcAft>
                <a:spcPts val="125"/>
              </a:spcAft>
              <a:defRPr/>
            </a:pPr>
            <a:r>
              <a:rPr lang="en-US" sz="1350">
                <a:latin typeface="Arial" panose="020B0604020202020204" pitchFamily="34" charset="0"/>
                <a:cs typeface="Arial" panose="020B0604020202020204" pitchFamily="34" charset="0"/>
              </a:rPr>
              <a:t>Lorem ipsum dolor sit </a:t>
            </a:r>
            <a:r>
              <a:rPr lang="en-US" sz="1350" err="1"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en-US" sz="135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350" err="1">
                <a:latin typeface="Arial" panose="020B0604020202020204" pitchFamily="34" charset="0"/>
                <a:cs typeface="Arial" panose="020B0604020202020204" pitchFamily="34" charset="0"/>
              </a:rPr>
              <a:t>consectetur</a:t>
            </a:r>
            <a:r>
              <a:rPr lang="en-US" sz="135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350" err="1">
                <a:latin typeface="Arial" panose="020B0604020202020204" pitchFamily="34" charset="0"/>
                <a:cs typeface="Arial" panose="020B0604020202020204" pitchFamily="34" charset="0"/>
              </a:rPr>
              <a:t>adipiscing</a:t>
            </a:r>
            <a:r>
              <a:rPr lang="en-US" sz="135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350" err="1">
                <a:latin typeface="Arial" panose="020B0604020202020204" pitchFamily="34" charset="0"/>
                <a:cs typeface="Arial" panose="020B0604020202020204" pitchFamily="34" charset="0"/>
              </a:rPr>
              <a:t>elit</a:t>
            </a:r>
            <a:r>
              <a:rPr lang="en-US" sz="1350">
                <a:latin typeface="Arial" panose="020B0604020202020204" pitchFamily="34" charset="0"/>
                <a:cs typeface="Arial" panose="020B0604020202020204" pitchFamily="34" charset="0"/>
              </a:rPr>
              <a:t>. Sed sit </a:t>
            </a:r>
            <a:r>
              <a:rPr lang="en-US" sz="1350" err="1"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en-US" sz="135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350" err="1">
                <a:latin typeface="Arial" panose="020B0604020202020204" pitchFamily="34" charset="0"/>
                <a:cs typeface="Arial" panose="020B0604020202020204" pitchFamily="34" charset="0"/>
              </a:rPr>
              <a:t>aliquet</a:t>
            </a:r>
            <a:r>
              <a:rPr lang="en-US" sz="135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350" err="1">
                <a:latin typeface="Arial" panose="020B0604020202020204" pitchFamily="34" charset="0"/>
                <a:cs typeface="Arial" panose="020B0604020202020204" pitchFamily="34" charset="0"/>
              </a:rPr>
              <a:t>justo</a:t>
            </a:r>
            <a:r>
              <a:rPr lang="en-US" sz="135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350" err="1">
                <a:latin typeface="Arial" panose="020B0604020202020204" pitchFamily="34" charset="0"/>
                <a:cs typeface="Arial" panose="020B0604020202020204" pitchFamily="34" charset="0"/>
              </a:rPr>
              <a:t>quis</a:t>
            </a:r>
            <a:r>
              <a:rPr lang="en-US" sz="135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350" err="1">
                <a:latin typeface="Arial" panose="020B0604020202020204" pitchFamily="34" charset="0"/>
                <a:cs typeface="Arial" panose="020B0604020202020204" pitchFamily="34" charset="0"/>
              </a:rPr>
              <a:t>faucibus</a:t>
            </a:r>
            <a:r>
              <a:rPr lang="en-US" sz="135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350" err="1">
                <a:latin typeface="Arial" panose="020B0604020202020204" pitchFamily="34" charset="0"/>
                <a:cs typeface="Arial" panose="020B0604020202020204" pitchFamily="34" charset="0"/>
              </a:rPr>
              <a:t>arcu</a:t>
            </a:r>
            <a:r>
              <a:rPr lang="en-US" sz="1350">
                <a:latin typeface="Arial" panose="020B0604020202020204" pitchFamily="34" charset="0"/>
                <a:cs typeface="Arial" panose="020B0604020202020204" pitchFamily="34" charset="0"/>
              </a:rPr>
              <a:t>. Donec a </a:t>
            </a:r>
            <a:r>
              <a:rPr lang="en-US" sz="1350" err="1">
                <a:latin typeface="Arial" panose="020B0604020202020204" pitchFamily="34" charset="0"/>
                <a:cs typeface="Arial" panose="020B0604020202020204" pitchFamily="34" charset="0"/>
              </a:rPr>
              <a:t>eleifend</a:t>
            </a:r>
            <a:r>
              <a:rPr lang="en-US" sz="135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350" err="1">
                <a:latin typeface="Arial" panose="020B0604020202020204" pitchFamily="34" charset="0"/>
                <a:cs typeface="Arial" panose="020B0604020202020204" pitchFamily="34" charset="0"/>
              </a:rPr>
              <a:t>elit</a:t>
            </a:r>
            <a:r>
              <a:rPr lang="en-US" sz="135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350" err="1">
                <a:latin typeface="Arial" panose="020B0604020202020204" pitchFamily="34" charset="0"/>
                <a:cs typeface="Arial" panose="020B0604020202020204" pitchFamily="34" charset="0"/>
              </a:rPr>
              <a:t>eu</a:t>
            </a:r>
            <a:r>
              <a:rPr lang="en-US" sz="135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350" err="1">
                <a:latin typeface="Arial" panose="020B0604020202020204" pitchFamily="34" charset="0"/>
                <a:cs typeface="Arial" panose="020B0604020202020204" pitchFamily="34" charset="0"/>
              </a:rPr>
              <a:t>tincidunt</a:t>
            </a:r>
            <a:r>
              <a:rPr lang="en-US" sz="135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350" err="1">
                <a:latin typeface="Arial" panose="020B0604020202020204" pitchFamily="34" charset="0"/>
                <a:cs typeface="Arial" panose="020B0604020202020204" pitchFamily="34" charset="0"/>
              </a:rPr>
              <a:t>leo</a:t>
            </a:r>
            <a:r>
              <a:rPr lang="en-US" sz="135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1350" err="1">
                <a:latin typeface="Arial" panose="020B0604020202020204" pitchFamily="34" charset="0"/>
                <a:cs typeface="Arial" panose="020B0604020202020204" pitchFamily="34" charset="0"/>
              </a:rPr>
              <a:t>Quisque</a:t>
            </a:r>
            <a:r>
              <a:rPr lang="en-US" sz="135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350" err="1">
                <a:latin typeface="Arial" panose="020B0604020202020204" pitchFamily="34" charset="0"/>
                <a:cs typeface="Arial" panose="020B0604020202020204" pitchFamily="34" charset="0"/>
              </a:rPr>
              <a:t>quis</a:t>
            </a:r>
            <a:r>
              <a:rPr lang="en-US" sz="135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350" err="1">
                <a:latin typeface="Arial" panose="020B0604020202020204" pitchFamily="34" charset="0"/>
                <a:cs typeface="Arial" panose="020B0604020202020204" pitchFamily="34" charset="0"/>
              </a:rPr>
              <a:t>lectus</a:t>
            </a:r>
            <a:r>
              <a:rPr lang="en-US" sz="135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350" err="1">
                <a:latin typeface="Arial" panose="020B0604020202020204" pitchFamily="34" charset="0"/>
                <a:cs typeface="Arial" panose="020B0604020202020204" pitchFamily="34" charset="0"/>
              </a:rPr>
              <a:t>pellentesque</a:t>
            </a:r>
            <a:r>
              <a:rPr lang="en-US" sz="135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350" err="1">
                <a:latin typeface="Arial" panose="020B0604020202020204" pitchFamily="34" charset="0"/>
                <a:cs typeface="Arial" panose="020B0604020202020204" pitchFamily="34" charset="0"/>
              </a:rPr>
              <a:t>pellentesque</a:t>
            </a:r>
            <a:r>
              <a:rPr lang="en-US" sz="135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350" err="1">
                <a:latin typeface="Arial" panose="020B0604020202020204" pitchFamily="34" charset="0"/>
                <a:cs typeface="Arial" panose="020B0604020202020204" pitchFamily="34" charset="0"/>
              </a:rPr>
              <a:t>sem</a:t>
            </a:r>
            <a:r>
              <a:rPr lang="en-US" sz="135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350" err="1">
                <a:latin typeface="Arial" panose="020B0604020202020204" pitchFamily="34" charset="0"/>
                <a:cs typeface="Arial" panose="020B0604020202020204" pitchFamily="34" charset="0"/>
              </a:rPr>
              <a:t>euismod</a:t>
            </a:r>
            <a:r>
              <a:rPr lang="en-US" sz="135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350" err="1">
                <a:latin typeface="Arial" panose="020B0604020202020204" pitchFamily="34" charset="0"/>
                <a:cs typeface="Arial" panose="020B0604020202020204" pitchFamily="34" charset="0"/>
              </a:rPr>
              <a:t>aliquet</a:t>
            </a:r>
            <a:r>
              <a:rPr lang="en-US" sz="135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350" err="1">
                <a:latin typeface="Arial" panose="020B0604020202020204" pitchFamily="34" charset="0"/>
                <a:cs typeface="Arial" panose="020B0604020202020204" pitchFamily="34" charset="0"/>
              </a:rPr>
              <a:t>metus</a:t>
            </a:r>
            <a:r>
              <a:rPr lang="en-US" sz="1350">
                <a:latin typeface="Arial" panose="020B0604020202020204" pitchFamily="34" charset="0"/>
                <a:cs typeface="Arial" panose="020B0604020202020204" pitchFamily="34" charset="0"/>
              </a:rPr>
              <a:t>. Vestibulum ante ipsum </a:t>
            </a:r>
            <a:r>
              <a:rPr lang="en-US" sz="1350" err="1">
                <a:latin typeface="Arial" panose="020B0604020202020204" pitchFamily="34" charset="0"/>
                <a:cs typeface="Arial" panose="020B0604020202020204" pitchFamily="34" charset="0"/>
              </a:rPr>
              <a:t>primis</a:t>
            </a:r>
            <a:r>
              <a:rPr lang="en-US" sz="1350">
                <a:latin typeface="Arial" panose="020B0604020202020204" pitchFamily="34" charset="0"/>
                <a:cs typeface="Arial" panose="020B0604020202020204" pitchFamily="34" charset="0"/>
              </a:rPr>
              <a:t> in </a:t>
            </a:r>
            <a:r>
              <a:rPr lang="en-US" sz="1350" err="1">
                <a:latin typeface="Arial" panose="020B0604020202020204" pitchFamily="34" charset="0"/>
                <a:cs typeface="Arial" panose="020B0604020202020204" pitchFamily="34" charset="0"/>
              </a:rPr>
              <a:t>faucibus</a:t>
            </a:r>
            <a:r>
              <a:rPr lang="en-US" sz="135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350" err="1">
                <a:latin typeface="Arial" panose="020B0604020202020204" pitchFamily="34" charset="0"/>
                <a:cs typeface="Arial" panose="020B0604020202020204" pitchFamily="34" charset="0"/>
              </a:rPr>
              <a:t>orci</a:t>
            </a:r>
            <a:r>
              <a:rPr lang="en-US" sz="135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350" err="1">
                <a:latin typeface="Arial" panose="020B0604020202020204" pitchFamily="34" charset="0"/>
                <a:cs typeface="Arial" panose="020B0604020202020204" pitchFamily="34" charset="0"/>
              </a:rPr>
              <a:t>luctus</a:t>
            </a:r>
            <a:r>
              <a:rPr lang="en-US" sz="1350">
                <a:latin typeface="Arial" panose="020B0604020202020204" pitchFamily="34" charset="0"/>
                <a:cs typeface="Arial" panose="020B0604020202020204" pitchFamily="34" charset="0"/>
              </a:rPr>
              <a:t> et </a:t>
            </a:r>
            <a:r>
              <a:rPr lang="en-US" sz="1350" err="1">
                <a:latin typeface="Arial" panose="020B0604020202020204" pitchFamily="34" charset="0"/>
                <a:cs typeface="Arial" panose="020B0604020202020204" pitchFamily="34" charset="0"/>
              </a:rPr>
              <a:t>ultrices</a:t>
            </a:r>
            <a:r>
              <a:rPr lang="en-US" sz="135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350" err="1">
                <a:latin typeface="Arial" panose="020B0604020202020204" pitchFamily="34" charset="0"/>
                <a:cs typeface="Arial" panose="020B0604020202020204" pitchFamily="34" charset="0"/>
              </a:rPr>
              <a:t>posuere</a:t>
            </a:r>
            <a:r>
              <a:rPr lang="en-US" sz="135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350" err="1">
                <a:latin typeface="Arial" panose="020B0604020202020204" pitchFamily="34" charset="0"/>
                <a:cs typeface="Arial" panose="020B0604020202020204" pitchFamily="34" charset="0"/>
              </a:rPr>
              <a:t>cubilia</a:t>
            </a:r>
            <a:r>
              <a:rPr lang="en-US" sz="135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350" err="1">
                <a:latin typeface="Arial" panose="020B0604020202020204" pitchFamily="34" charset="0"/>
                <a:cs typeface="Arial" panose="020B0604020202020204" pitchFamily="34" charset="0"/>
              </a:rPr>
              <a:t>curae</a:t>
            </a:r>
            <a:r>
              <a:rPr lang="en-US" sz="1350">
                <a:latin typeface="Arial" panose="020B0604020202020204" pitchFamily="34" charset="0"/>
                <a:cs typeface="Arial" panose="020B0604020202020204" pitchFamily="34" charset="0"/>
              </a:rPr>
              <a:t>; Cras id </a:t>
            </a:r>
            <a:r>
              <a:rPr lang="en-US" sz="1350" err="1">
                <a:latin typeface="Arial" panose="020B0604020202020204" pitchFamily="34" charset="0"/>
                <a:cs typeface="Arial" panose="020B0604020202020204" pitchFamily="34" charset="0"/>
              </a:rPr>
              <a:t>scelerisque</a:t>
            </a:r>
            <a:r>
              <a:rPr lang="en-US" sz="135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350" err="1">
                <a:latin typeface="Arial" panose="020B0604020202020204" pitchFamily="34" charset="0"/>
                <a:cs typeface="Arial" panose="020B0604020202020204" pitchFamily="34" charset="0"/>
              </a:rPr>
              <a:t>elit</a:t>
            </a:r>
            <a:r>
              <a:rPr lang="en-US" sz="1350">
                <a:latin typeface="Arial" panose="020B0604020202020204" pitchFamily="34" charset="0"/>
                <a:cs typeface="Arial" panose="020B0604020202020204" pitchFamily="34" charset="0"/>
              </a:rPr>
              <a:t>, sed auctor nisi. Proin at </a:t>
            </a:r>
            <a:r>
              <a:rPr lang="en-US" sz="1350" err="1">
                <a:latin typeface="Arial" panose="020B0604020202020204" pitchFamily="34" charset="0"/>
                <a:cs typeface="Arial" panose="020B0604020202020204" pitchFamily="34" charset="0"/>
              </a:rPr>
              <a:t>elementum</a:t>
            </a:r>
            <a:r>
              <a:rPr lang="en-US" sz="1350">
                <a:latin typeface="Arial" panose="020B0604020202020204" pitchFamily="34" charset="0"/>
                <a:cs typeface="Arial" panose="020B0604020202020204" pitchFamily="34" charset="0"/>
              </a:rPr>
              <a:t> ligula, </a:t>
            </a:r>
            <a:r>
              <a:rPr lang="en-US" sz="1350" err="1">
                <a:latin typeface="Arial" panose="020B0604020202020204" pitchFamily="34" charset="0"/>
                <a:cs typeface="Arial" panose="020B0604020202020204" pitchFamily="34" charset="0"/>
              </a:rPr>
              <a:t>ut</a:t>
            </a:r>
            <a:r>
              <a:rPr lang="en-US" sz="135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350" err="1">
                <a:latin typeface="Arial" panose="020B0604020202020204" pitchFamily="34" charset="0"/>
                <a:cs typeface="Arial" panose="020B0604020202020204" pitchFamily="34" charset="0"/>
              </a:rPr>
              <a:t>finibus</a:t>
            </a:r>
            <a:r>
              <a:rPr lang="en-US" sz="135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350" err="1">
                <a:latin typeface="Arial" panose="020B0604020202020204" pitchFamily="34" charset="0"/>
                <a:cs typeface="Arial" panose="020B0604020202020204" pitchFamily="34" charset="0"/>
              </a:rPr>
              <a:t>arcu</a:t>
            </a:r>
            <a:r>
              <a:rPr lang="en-US" sz="1350">
                <a:latin typeface="Arial" panose="020B0604020202020204" pitchFamily="34" charset="0"/>
                <a:cs typeface="Arial" panose="020B0604020202020204" pitchFamily="34" charset="0"/>
              </a:rPr>
              <a:t>. Cras </a:t>
            </a:r>
            <a:r>
              <a:rPr lang="en-US" sz="1350" err="1">
                <a:latin typeface="Arial" panose="020B0604020202020204" pitchFamily="34" charset="0"/>
                <a:cs typeface="Arial" panose="020B0604020202020204" pitchFamily="34" charset="0"/>
              </a:rPr>
              <a:t>nibh</a:t>
            </a:r>
            <a:r>
              <a:rPr lang="en-US" sz="135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350" err="1">
                <a:latin typeface="Arial" panose="020B0604020202020204" pitchFamily="34" charset="0"/>
                <a:cs typeface="Arial" panose="020B0604020202020204" pitchFamily="34" charset="0"/>
              </a:rPr>
              <a:t>enim</a:t>
            </a:r>
            <a:r>
              <a:rPr lang="en-US" sz="135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350" err="1">
                <a:latin typeface="Arial" panose="020B0604020202020204" pitchFamily="34" charset="0"/>
                <a:cs typeface="Arial" panose="020B0604020202020204" pitchFamily="34" charset="0"/>
              </a:rPr>
              <a:t>facilisis</a:t>
            </a:r>
            <a:r>
              <a:rPr lang="en-US" sz="135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350" err="1">
                <a:latin typeface="Arial" panose="020B0604020202020204" pitchFamily="34" charset="0"/>
                <a:cs typeface="Arial" panose="020B0604020202020204" pitchFamily="34" charset="0"/>
              </a:rPr>
              <a:t>quis</a:t>
            </a:r>
            <a:r>
              <a:rPr lang="en-US" sz="135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350" err="1">
                <a:latin typeface="Arial" panose="020B0604020202020204" pitchFamily="34" charset="0"/>
                <a:cs typeface="Arial" panose="020B0604020202020204" pitchFamily="34" charset="0"/>
              </a:rPr>
              <a:t>sodales</a:t>
            </a:r>
            <a:r>
              <a:rPr lang="en-US" sz="135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350" err="1">
                <a:latin typeface="Arial" panose="020B0604020202020204" pitchFamily="34" charset="0"/>
                <a:cs typeface="Arial" panose="020B0604020202020204" pitchFamily="34" charset="0"/>
              </a:rPr>
              <a:t>pellentesque</a:t>
            </a:r>
            <a:r>
              <a:rPr lang="en-US" sz="135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350" err="1">
                <a:latin typeface="Arial" panose="020B0604020202020204" pitchFamily="34" charset="0"/>
                <a:cs typeface="Arial" panose="020B0604020202020204" pitchFamily="34" charset="0"/>
              </a:rPr>
              <a:t>sagittis</a:t>
            </a:r>
            <a:r>
              <a:rPr lang="en-US" sz="1350">
                <a:latin typeface="Arial" panose="020B0604020202020204" pitchFamily="34" charset="0"/>
                <a:cs typeface="Arial" panose="020B0604020202020204" pitchFamily="34" charset="0"/>
              </a:rPr>
              <a:t> et mi. Proin </a:t>
            </a:r>
            <a:r>
              <a:rPr lang="en-US" sz="1350" err="1">
                <a:latin typeface="Arial" panose="020B0604020202020204" pitchFamily="34" charset="0"/>
                <a:cs typeface="Arial" panose="020B0604020202020204" pitchFamily="34" charset="0"/>
              </a:rPr>
              <a:t>ut</a:t>
            </a:r>
            <a:r>
              <a:rPr lang="en-US" sz="1350">
                <a:latin typeface="Arial" panose="020B0604020202020204" pitchFamily="34" charset="0"/>
                <a:cs typeface="Arial" panose="020B0604020202020204" pitchFamily="34" charset="0"/>
              </a:rPr>
              <a:t> vestibulum ex, vel </a:t>
            </a:r>
            <a:r>
              <a:rPr lang="en-US" sz="1350" err="1">
                <a:latin typeface="Arial" panose="020B0604020202020204" pitchFamily="34" charset="0"/>
                <a:cs typeface="Arial" panose="020B0604020202020204" pitchFamily="34" charset="0"/>
              </a:rPr>
              <a:t>sagittis</a:t>
            </a:r>
            <a:r>
              <a:rPr lang="en-US" sz="135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350" err="1">
                <a:latin typeface="Arial" panose="020B0604020202020204" pitchFamily="34" charset="0"/>
                <a:cs typeface="Arial" panose="020B0604020202020204" pitchFamily="34" charset="0"/>
              </a:rPr>
              <a:t>leo</a:t>
            </a:r>
            <a:r>
              <a:rPr lang="en-US" sz="1350">
                <a:latin typeface="Arial" panose="020B0604020202020204" pitchFamily="34" charset="0"/>
                <a:cs typeface="Arial" panose="020B0604020202020204" pitchFamily="34" charset="0"/>
              </a:rPr>
              <a:t>. In in </a:t>
            </a:r>
            <a:r>
              <a:rPr lang="en-US" sz="1350" err="1">
                <a:latin typeface="Arial" panose="020B0604020202020204" pitchFamily="34" charset="0"/>
                <a:cs typeface="Arial" panose="020B0604020202020204" pitchFamily="34" charset="0"/>
              </a:rPr>
              <a:t>ornare</a:t>
            </a:r>
            <a:r>
              <a:rPr lang="en-US" sz="135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350" err="1">
                <a:latin typeface="Arial" panose="020B0604020202020204" pitchFamily="34" charset="0"/>
                <a:cs typeface="Arial" panose="020B0604020202020204" pitchFamily="34" charset="0"/>
              </a:rPr>
              <a:t>sapien</a:t>
            </a:r>
            <a:r>
              <a:rPr lang="en-US" sz="1350">
                <a:latin typeface="Arial" panose="020B0604020202020204" pitchFamily="34" charset="0"/>
                <a:cs typeface="Arial" panose="020B0604020202020204" pitchFamily="34" charset="0"/>
              </a:rPr>
              <a:t>, id </a:t>
            </a:r>
            <a:r>
              <a:rPr lang="en-US" sz="1350" err="1">
                <a:latin typeface="Arial" panose="020B0604020202020204" pitchFamily="34" charset="0"/>
                <a:cs typeface="Arial" panose="020B0604020202020204" pitchFamily="34" charset="0"/>
              </a:rPr>
              <a:t>rutrum</a:t>
            </a:r>
            <a:r>
              <a:rPr lang="en-US" sz="135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350" err="1">
                <a:latin typeface="Arial" panose="020B0604020202020204" pitchFamily="34" charset="0"/>
                <a:cs typeface="Arial" panose="020B0604020202020204" pitchFamily="34" charset="0"/>
              </a:rPr>
              <a:t>mauris</a:t>
            </a:r>
            <a:r>
              <a:rPr lang="en-US" sz="135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1350" err="1">
                <a:latin typeface="Arial" panose="020B0604020202020204" pitchFamily="34" charset="0"/>
                <a:cs typeface="Arial" panose="020B0604020202020204" pitchFamily="34" charset="0"/>
              </a:rPr>
              <a:t>Etiam</a:t>
            </a:r>
            <a:r>
              <a:rPr lang="en-US" sz="1350">
                <a:latin typeface="Arial" panose="020B0604020202020204" pitchFamily="34" charset="0"/>
                <a:cs typeface="Arial" panose="020B0604020202020204" pitchFamily="34" charset="0"/>
              </a:rPr>
              <a:t> sed fermentum eros. Nunc vitae </a:t>
            </a:r>
            <a:r>
              <a:rPr lang="en-US" sz="1350" err="1">
                <a:latin typeface="Arial" panose="020B0604020202020204" pitchFamily="34" charset="0"/>
                <a:cs typeface="Arial" panose="020B0604020202020204" pitchFamily="34" charset="0"/>
              </a:rPr>
              <a:t>vulputate</a:t>
            </a:r>
            <a:r>
              <a:rPr lang="en-US" sz="1350">
                <a:latin typeface="Arial" panose="020B0604020202020204" pitchFamily="34" charset="0"/>
                <a:cs typeface="Arial" panose="020B0604020202020204" pitchFamily="34" charset="0"/>
              </a:rPr>
              <a:t> lorem. Aenean at </a:t>
            </a:r>
            <a:r>
              <a:rPr lang="en-US" sz="1350" err="1">
                <a:latin typeface="Arial" panose="020B0604020202020204" pitchFamily="34" charset="0"/>
                <a:cs typeface="Arial" panose="020B0604020202020204" pitchFamily="34" charset="0"/>
              </a:rPr>
              <a:t>luctus</a:t>
            </a:r>
            <a:r>
              <a:rPr lang="en-US" sz="1350">
                <a:latin typeface="Arial" panose="020B0604020202020204" pitchFamily="34" charset="0"/>
                <a:cs typeface="Arial" panose="020B0604020202020204" pitchFamily="34" charset="0"/>
              </a:rPr>
              <a:t> eros.</a:t>
            </a:r>
            <a:endParaRPr lang="en-VN" sz="1350">
              <a:solidFill>
                <a:schemeClr val="bg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Rectangle 16">
            <a:extLst>
              <a:ext uri="{FF2B5EF4-FFF2-40B4-BE49-F238E27FC236}">
                <a16:creationId xmlns:a16="http://schemas.microsoft.com/office/drawing/2014/main" id="{78587EBC-1EA9-8F16-FF9C-072ED9BC4275}"/>
              </a:ext>
            </a:extLst>
          </p:cNvPr>
          <p:cNvSpPr/>
          <p:nvPr/>
        </p:nvSpPr>
        <p:spPr>
          <a:xfrm flipH="1" flipV="1">
            <a:off x="-19050" y="-26988"/>
            <a:ext cx="1273175" cy="304801"/>
          </a:xfrm>
          <a:custGeom>
            <a:avLst/>
            <a:gdLst>
              <a:gd name="connsiteX0" fmla="*/ 0 w 2523344"/>
              <a:gd name="connsiteY0" fmla="*/ 0 h 482600"/>
              <a:gd name="connsiteX1" fmla="*/ 2523344 w 2523344"/>
              <a:gd name="connsiteY1" fmla="*/ 0 h 482600"/>
              <a:gd name="connsiteX2" fmla="*/ 2523344 w 2523344"/>
              <a:gd name="connsiteY2" fmla="*/ 482600 h 482600"/>
              <a:gd name="connsiteX3" fmla="*/ 0 w 2523344"/>
              <a:gd name="connsiteY3" fmla="*/ 482600 h 482600"/>
              <a:gd name="connsiteX4" fmla="*/ 0 w 2523344"/>
              <a:gd name="connsiteY4" fmla="*/ 0 h 482600"/>
              <a:gd name="connsiteX0" fmla="*/ 524655 w 2523344"/>
              <a:gd name="connsiteY0" fmla="*/ 14990 h 482600"/>
              <a:gd name="connsiteX1" fmla="*/ 2523344 w 2523344"/>
              <a:gd name="connsiteY1" fmla="*/ 0 h 482600"/>
              <a:gd name="connsiteX2" fmla="*/ 2523344 w 2523344"/>
              <a:gd name="connsiteY2" fmla="*/ 482600 h 482600"/>
              <a:gd name="connsiteX3" fmla="*/ 0 w 2523344"/>
              <a:gd name="connsiteY3" fmla="*/ 482600 h 482600"/>
              <a:gd name="connsiteX4" fmla="*/ 524655 w 2523344"/>
              <a:gd name="connsiteY4" fmla="*/ 14990 h 482600"/>
              <a:gd name="connsiteX0" fmla="*/ 404734 w 2523344"/>
              <a:gd name="connsiteY0" fmla="*/ 44971 h 482600"/>
              <a:gd name="connsiteX1" fmla="*/ 2523344 w 2523344"/>
              <a:gd name="connsiteY1" fmla="*/ 0 h 482600"/>
              <a:gd name="connsiteX2" fmla="*/ 2523344 w 2523344"/>
              <a:gd name="connsiteY2" fmla="*/ 482600 h 482600"/>
              <a:gd name="connsiteX3" fmla="*/ 0 w 2523344"/>
              <a:gd name="connsiteY3" fmla="*/ 482600 h 482600"/>
              <a:gd name="connsiteX4" fmla="*/ 404734 w 2523344"/>
              <a:gd name="connsiteY4" fmla="*/ 44971 h 482600"/>
              <a:gd name="connsiteX0" fmla="*/ 404734 w 2523344"/>
              <a:gd name="connsiteY0" fmla="*/ 0 h 482600"/>
              <a:gd name="connsiteX1" fmla="*/ 2523344 w 2523344"/>
              <a:gd name="connsiteY1" fmla="*/ 0 h 482600"/>
              <a:gd name="connsiteX2" fmla="*/ 2523344 w 2523344"/>
              <a:gd name="connsiteY2" fmla="*/ 482600 h 482600"/>
              <a:gd name="connsiteX3" fmla="*/ 0 w 2523344"/>
              <a:gd name="connsiteY3" fmla="*/ 482600 h 482600"/>
              <a:gd name="connsiteX4" fmla="*/ 404734 w 2523344"/>
              <a:gd name="connsiteY4" fmla="*/ 0 h 482600"/>
              <a:gd name="connsiteX0" fmla="*/ 493662 w 2523344"/>
              <a:gd name="connsiteY0" fmla="*/ 10816 h 482600"/>
              <a:gd name="connsiteX1" fmla="*/ 2523344 w 2523344"/>
              <a:gd name="connsiteY1" fmla="*/ 0 h 482600"/>
              <a:gd name="connsiteX2" fmla="*/ 2523344 w 2523344"/>
              <a:gd name="connsiteY2" fmla="*/ 482600 h 482600"/>
              <a:gd name="connsiteX3" fmla="*/ 0 w 2523344"/>
              <a:gd name="connsiteY3" fmla="*/ 482600 h 482600"/>
              <a:gd name="connsiteX4" fmla="*/ 493662 w 2523344"/>
              <a:gd name="connsiteY4" fmla="*/ 10816 h 482600"/>
              <a:gd name="connsiteX0" fmla="*/ 371386 w 2523344"/>
              <a:gd name="connsiteY0" fmla="*/ 10816 h 482600"/>
              <a:gd name="connsiteX1" fmla="*/ 2523344 w 2523344"/>
              <a:gd name="connsiteY1" fmla="*/ 0 h 482600"/>
              <a:gd name="connsiteX2" fmla="*/ 2523344 w 2523344"/>
              <a:gd name="connsiteY2" fmla="*/ 482600 h 482600"/>
              <a:gd name="connsiteX3" fmla="*/ 0 w 2523344"/>
              <a:gd name="connsiteY3" fmla="*/ 482600 h 482600"/>
              <a:gd name="connsiteX4" fmla="*/ 371386 w 2523344"/>
              <a:gd name="connsiteY4" fmla="*/ 10816 h 482600"/>
              <a:gd name="connsiteX0" fmla="*/ 406017 w 2557975"/>
              <a:gd name="connsiteY0" fmla="*/ 10816 h 488215"/>
              <a:gd name="connsiteX1" fmla="*/ 2557975 w 2557975"/>
              <a:gd name="connsiteY1" fmla="*/ 0 h 488215"/>
              <a:gd name="connsiteX2" fmla="*/ 2557975 w 2557975"/>
              <a:gd name="connsiteY2" fmla="*/ 482600 h 488215"/>
              <a:gd name="connsiteX3" fmla="*/ 0 w 2557975"/>
              <a:gd name="connsiteY3" fmla="*/ 488215 h 488215"/>
              <a:gd name="connsiteX4" fmla="*/ 406017 w 2557975"/>
              <a:gd name="connsiteY4" fmla="*/ 10816 h 488215"/>
              <a:gd name="connsiteX0" fmla="*/ 406017 w 4108665"/>
              <a:gd name="connsiteY0" fmla="*/ 10816 h 488215"/>
              <a:gd name="connsiteX1" fmla="*/ 2557975 w 4108665"/>
              <a:gd name="connsiteY1" fmla="*/ 0 h 488215"/>
              <a:gd name="connsiteX2" fmla="*/ 4108665 w 4108665"/>
              <a:gd name="connsiteY2" fmla="*/ 482600 h 488215"/>
              <a:gd name="connsiteX3" fmla="*/ 0 w 4108665"/>
              <a:gd name="connsiteY3" fmla="*/ 488215 h 488215"/>
              <a:gd name="connsiteX4" fmla="*/ 406017 w 4108665"/>
              <a:gd name="connsiteY4" fmla="*/ 10816 h 488215"/>
              <a:gd name="connsiteX0" fmla="*/ 406017 w 4108665"/>
              <a:gd name="connsiteY0" fmla="*/ 10816 h 488215"/>
              <a:gd name="connsiteX1" fmla="*/ 4108665 w 4108665"/>
              <a:gd name="connsiteY1" fmla="*/ 0 h 488215"/>
              <a:gd name="connsiteX2" fmla="*/ 4108665 w 4108665"/>
              <a:gd name="connsiteY2" fmla="*/ 482600 h 488215"/>
              <a:gd name="connsiteX3" fmla="*/ 0 w 4108665"/>
              <a:gd name="connsiteY3" fmla="*/ 488215 h 488215"/>
              <a:gd name="connsiteX4" fmla="*/ 406017 w 4108665"/>
              <a:gd name="connsiteY4" fmla="*/ 10816 h 488215"/>
              <a:gd name="connsiteX0" fmla="*/ 406017 w 4108665"/>
              <a:gd name="connsiteY0" fmla="*/ 0 h 477399"/>
              <a:gd name="connsiteX1" fmla="*/ 4108665 w 4108665"/>
              <a:gd name="connsiteY1" fmla="*/ 13519 h 477399"/>
              <a:gd name="connsiteX2" fmla="*/ 4108665 w 4108665"/>
              <a:gd name="connsiteY2" fmla="*/ 471784 h 477399"/>
              <a:gd name="connsiteX3" fmla="*/ 0 w 4108665"/>
              <a:gd name="connsiteY3" fmla="*/ 477399 h 477399"/>
              <a:gd name="connsiteX4" fmla="*/ 406017 w 4108665"/>
              <a:gd name="connsiteY4" fmla="*/ 0 h 477399"/>
              <a:gd name="connsiteX0" fmla="*/ 406017 w 4108665"/>
              <a:gd name="connsiteY0" fmla="*/ 0 h 477399"/>
              <a:gd name="connsiteX1" fmla="*/ 4108665 w 4108665"/>
              <a:gd name="connsiteY1" fmla="*/ 13519 h 477399"/>
              <a:gd name="connsiteX2" fmla="*/ 1881358 w 4108665"/>
              <a:gd name="connsiteY2" fmla="*/ 471784 h 477399"/>
              <a:gd name="connsiteX3" fmla="*/ 0 w 4108665"/>
              <a:gd name="connsiteY3" fmla="*/ 477399 h 477399"/>
              <a:gd name="connsiteX4" fmla="*/ 406017 w 4108665"/>
              <a:gd name="connsiteY4" fmla="*/ 0 h 477399"/>
              <a:gd name="connsiteX0" fmla="*/ 406017 w 1905053"/>
              <a:gd name="connsiteY0" fmla="*/ 0 h 477399"/>
              <a:gd name="connsiteX1" fmla="*/ 1905053 w 1905053"/>
              <a:gd name="connsiteY1" fmla="*/ 1993 h 477399"/>
              <a:gd name="connsiteX2" fmla="*/ 1881358 w 1905053"/>
              <a:gd name="connsiteY2" fmla="*/ 471784 h 477399"/>
              <a:gd name="connsiteX3" fmla="*/ 0 w 1905053"/>
              <a:gd name="connsiteY3" fmla="*/ 477399 h 477399"/>
              <a:gd name="connsiteX4" fmla="*/ 406017 w 1905053"/>
              <a:gd name="connsiteY4" fmla="*/ 0 h 477399"/>
              <a:gd name="connsiteX0" fmla="*/ 406017 w 1881358"/>
              <a:gd name="connsiteY0" fmla="*/ 0 h 477399"/>
              <a:gd name="connsiteX1" fmla="*/ 1845816 w 1881358"/>
              <a:gd name="connsiteY1" fmla="*/ 1993 h 477399"/>
              <a:gd name="connsiteX2" fmla="*/ 1881358 w 1881358"/>
              <a:gd name="connsiteY2" fmla="*/ 471784 h 477399"/>
              <a:gd name="connsiteX3" fmla="*/ 0 w 1881358"/>
              <a:gd name="connsiteY3" fmla="*/ 477399 h 477399"/>
              <a:gd name="connsiteX4" fmla="*/ 406017 w 1881358"/>
              <a:gd name="connsiteY4" fmla="*/ 0 h 477399"/>
              <a:gd name="connsiteX0" fmla="*/ 406017 w 1881358"/>
              <a:gd name="connsiteY0" fmla="*/ 0 h 477399"/>
              <a:gd name="connsiteX1" fmla="*/ 1869510 w 1881358"/>
              <a:gd name="connsiteY1" fmla="*/ 25047 h 477399"/>
              <a:gd name="connsiteX2" fmla="*/ 1881358 w 1881358"/>
              <a:gd name="connsiteY2" fmla="*/ 471784 h 477399"/>
              <a:gd name="connsiteX3" fmla="*/ 0 w 1881358"/>
              <a:gd name="connsiteY3" fmla="*/ 477399 h 477399"/>
              <a:gd name="connsiteX4" fmla="*/ 406017 w 1881358"/>
              <a:gd name="connsiteY4" fmla="*/ 0 h 477399"/>
              <a:gd name="connsiteX0" fmla="*/ 406017 w 1886825"/>
              <a:gd name="connsiteY0" fmla="*/ 14263 h 491662"/>
              <a:gd name="connsiteX1" fmla="*/ 1886825 w 1886825"/>
              <a:gd name="connsiteY1" fmla="*/ 0 h 491662"/>
              <a:gd name="connsiteX2" fmla="*/ 1881358 w 1886825"/>
              <a:gd name="connsiteY2" fmla="*/ 486047 h 491662"/>
              <a:gd name="connsiteX3" fmla="*/ 0 w 1886825"/>
              <a:gd name="connsiteY3" fmla="*/ 491662 h 491662"/>
              <a:gd name="connsiteX4" fmla="*/ 406017 w 1886825"/>
              <a:gd name="connsiteY4" fmla="*/ 14263 h 491662"/>
              <a:gd name="connsiteX0" fmla="*/ 406017 w 1881586"/>
              <a:gd name="connsiteY0" fmla="*/ 0 h 477399"/>
              <a:gd name="connsiteX1" fmla="*/ 1875281 w 1881586"/>
              <a:gd name="connsiteY1" fmla="*/ 8200 h 477399"/>
              <a:gd name="connsiteX2" fmla="*/ 1881358 w 1881586"/>
              <a:gd name="connsiteY2" fmla="*/ 471784 h 477399"/>
              <a:gd name="connsiteX3" fmla="*/ 0 w 1881586"/>
              <a:gd name="connsiteY3" fmla="*/ 477399 h 477399"/>
              <a:gd name="connsiteX4" fmla="*/ 406017 w 1881586"/>
              <a:gd name="connsiteY4" fmla="*/ 0 h 477399"/>
              <a:gd name="connsiteX0" fmla="*/ 406017 w 1881851"/>
              <a:gd name="connsiteY0" fmla="*/ 3031 h 480430"/>
              <a:gd name="connsiteX1" fmla="*/ 1881052 w 1881851"/>
              <a:gd name="connsiteY1" fmla="*/ 0 h 480430"/>
              <a:gd name="connsiteX2" fmla="*/ 1881358 w 1881851"/>
              <a:gd name="connsiteY2" fmla="*/ 474815 h 480430"/>
              <a:gd name="connsiteX3" fmla="*/ 0 w 1881851"/>
              <a:gd name="connsiteY3" fmla="*/ 480430 h 480430"/>
              <a:gd name="connsiteX4" fmla="*/ 406017 w 1881851"/>
              <a:gd name="connsiteY4" fmla="*/ 3031 h 480430"/>
              <a:gd name="connsiteX0" fmla="*/ 406017 w 1881052"/>
              <a:gd name="connsiteY0" fmla="*/ 3031 h 480984"/>
              <a:gd name="connsiteX1" fmla="*/ 1881052 w 1881052"/>
              <a:gd name="connsiteY1" fmla="*/ 0 h 480984"/>
              <a:gd name="connsiteX2" fmla="*/ 1500907 w 1881052"/>
              <a:gd name="connsiteY2" fmla="*/ 480984 h 480984"/>
              <a:gd name="connsiteX3" fmla="*/ 0 w 1881052"/>
              <a:gd name="connsiteY3" fmla="*/ 480430 h 480984"/>
              <a:gd name="connsiteX4" fmla="*/ 406017 w 1881052"/>
              <a:gd name="connsiteY4" fmla="*/ 3031 h 480984"/>
              <a:gd name="connsiteX0" fmla="*/ 406017 w 1506942"/>
              <a:gd name="connsiteY0" fmla="*/ 0 h 477953"/>
              <a:gd name="connsiteX1" fmla="*/ 1506942 w 1506942"/>
              <a:gd name="connsiteY1" fmla="*/ 3138 h 477953"/>
              <a:gd name="connsiteX2" fmla="*/ 1500907 w 1506942"/>
              <a:gd name="connsiteY2" fmla="*/ 477953 h 477953"/>
              <a:gd name="connsiteX3" fmla="*/ 0 w 1506942"/>
              <a:gd name="connsiteY3" fmla="*/ 477399 h 477953"/>
              <a:gd name="connsiteX4" fmla="*/ 406017 w 1506942"/>
              <a:gd name="connsiteY4" fmla="*/ 0 h 477953"/>
              <a:gd name="connsiteX0" fmla="*/ 406017 w 1500941"/>
              <a:gd name="connsiteY0" fmla="*/ 0 h 477953"/>
              <a:gd name="connsiteX1" fmla="*/ 1433224 w 1500941"/>
              <a:gd name="connsiteY1" fmla="*/ 8260 h 477953"/>
              <a:gd name="connsiteX2" fmla="*/ 1500907 w 1500941"/>
              <a:gd name="connsiteY2" fmla="*/ 477953 h 477953"/>
              <a:gd name="connsiteX3" fmla="*/ 0 w 1500941"/>
              <a:gd name="connsiteY3" fmla="*/ 477399 h 477953"/>
              <a:gd name="connsiteX4" fmla="*/ 406017 w 1500941"/>
              <a:gd name="connsiteY4" fmla="*/ 0 h 477953"/>
              <a:gd name="connsiteX0" fmla="*/ 406017 w 1433224"/>
              <a:gd name="connsiteY0" fmla="*/ 0 h 477953"/>
              <a:gd name="connsiteX1" fmla="*/ 1433224 w 1433224"/>
              <a:gd name="connsiteY1" fmla="*/ 8260 h 477953"/>
              <a:gd name="connsiteX2" fmla="*/ 1421926 w 1433224"/>
              <a:gd name="connsiteY2" fmla="*/ 477953 h 477953"/>
              <a:gd name="connsiteX3" fmla="*/ 0 w 1433224"/>
              <a:gd name="connsiteY3" fmla="*/ 477399 h 477953"/>
              <a:gd name="connsiteX4" fmla="*/ 406017 w 1433224"/>
              <a:gd name="connsiteY4" fmla="*/ 0 h 477953"/>
              <a:gd name="connsiteX0" fmla="*/ 248052 w 1275259"/>
              <a:gd name="connsiteY0" fmla="*/ 0 h 477953"/>
              <a:gd name="connsiteX1" fmla="*/ 1275259 w 1275259"/>
              <a:gd name="connsiteY1" fmla="*/ 8260 h 477953"/>
              <a:gd name="connsiteX2" fmla="*/ 1263961 w 1275259"/>
              <a:gd name="connsiteY2" fmla="*/ 477953 h 477953"/>
              <a:gd name="connsiteX3" fmla="*/ 0 w 1275259"/>
              <a:gd name="connsiteY3" fmla="*/ 287842 h 477953"/>
              <a:gd name="connsiteX4" fmla="*/ 248052 w 1275259"/>
              <a:gd name="connsiteY4" fmla="*/ 0 h 477953"/>
              <a:gd name="connsiteX0" fmla="*/ 248052 w 1275259"/>
              <a:gd name="connsiteY0" fmla="*/ 0 h 303765"/>
              <a:gd name="connsiteX1" fmla="*/ 1275259 w 1275259"/>
              <a:gd name="connsiteY1" fmla="*/ 8260 h 303765"/>
              <a:gd name="connsiteX2" fmla="*/ 1248164 w 1275259"/>
              <a:gd name="connsiteY2" fmla="*/ 303765 h 303765"/>
              <a:gd name="connsiteX3" fmla="*/ 0 w 1275259"/>
              <a:gd name="connsiteY3" fmla="*/ 287842 h 303765"/>
              <a:gd name="connsiteX4" fmla="*/ 248052 w 1275259"/>
              <a:gd name="connsiteY4" fmla="*/ 0 h 303765"/>
              <a:gd name="connsiteX0" fmla="*/ 248052 w 1248931"/>
              <a:gd name="connsiteY0" fmla="*/ 0 h 303765"/>
              <a:gd name="connsiteX1" fmla="*/ 1248931 w 1248931"/>
              <a:gd name="connsiteY1" fmla="*/ 3137 h 303765"/>
              <a:gd name="connsiteX2" fmla="*/ 1248164 w 1248931"/>
              <a:gd name="connsiteY2" fmla="*/ 303765 h 303765"/>
              <a:gd name="connsiteX3" fmla="*/ 0 w 1248931"/>
              <a:gd name="connsiteY3" fmla="*/ 287842 h 303765"/>
              <a:gd name="connsiteX4" fmla="*/ 248052 w 1248931"/>
              <a:gd name="connsiteY4" fmla="*/ 0 h 303765"/>
              <a:gd name="connsiteX0" fmla="*/ 248052 w 1252492"/>
              <a:gd name="connsiteY0" fmla="*/ 0 h 288121"/>
              <a:gd name="connsiteX1" fmla="*/ 1248931 w 1252492"/>
              <a:gd name="connsiteY1" fmla="*/ 3137 h 288121"/>
              <a:gd name="connsiteX2" fmla="*/ 1252183 w 1252492"/>
              <a:gd name="connsiteY2" fmla="*/ 288121 h 288121"/>
              <a:gd name="connsiteX3" fmla="*/ 0 w 1252492"/>
              <a:gd name="connsiteY3" fmla="*/ 287842 h 288121"/>
              <a:gd name="connsiteX4" fmla="*/ 248052 w 1252492"/>
              <a:gd name="connsiteY4" fmla="*/ 0 h 288121"/>
              <a:gd name="connsiteX0" fmla="*/ 248052 w 1252251"/>
              <a:gd name="connsiteY0" fmla="*/ 0 h 288121"/>
              <a:gd name="connsiteX1" fmla="*/ 1220794 w 1252251"/>
              <a:gd name="connsiteY1" fmla="*/ 95 h 288121"/>
              <a:gd name="connsiteX2" fmla="*/ 1252183 w 1252251"/>
              <a:gd name="connsiteY2" fmla="*/ 288121 h 288121"/>
              <a:gd name="connsiteX3" fmla="*/ 0 w 1252251"/>
              <a:gd name="connsiteY3" fmla="*/ 287842 h 288121"/>
              <a:gd name="connsiteX4" fmla="*/ 248052 w 1252251"/>
              <a:gd name="connsiteY4" fmla="*/ 0 h 288121"/>
              <a:gd name="connsiteX0" fmla="*/ 248052 w 1252694"/>
              <a:gd name="connsiteY0" fmla="*/ 2947 h 291068"/>
              <a:gd name="connsiteX1" fmla="*/ 1252058 w 1252694"/>
              <a:gd name="connsiteY1" fmla="*/ 0 h 291068"/>
              <a:gd name="connsiteX2" fmla="*/ 1252183 w 1252694"/>
              <a:gd name="connsiteY2" fmla="*/ 291068 h 291068"/>
              <a:gd name="connsiteX3" fmla="*/ 0 w 1252694"/>
              <a:gd name="connsiteY3" fmla="*/ 290789 h 291068"/>
              <a:gd name="connsiteX4" fmla="*/ 248052 w 1252694"/>
              <a:gd name="connsiteY4" fmla="*/ 2947 h 2910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52694" h="291068">
                <a:moveTo>
                  <a:pt x="248052" y="2947"/>
                </a:moveTo>
                <a:lnTo>
                  <a:pt x="1252058" y="0"/>
                </a:lnTo>
                <a:cubicBezTo>
                  <a:pt x="1250236" y="162016"/>
                  <a:pt x="1254005" y="129052"/>
                  <a:pt x="1252183" y="291068"/>
                </a:cubicBezTo>
                <a:lnTo>
                  <a:pt x="0" y="290789"/>
                </a:lnTo>
                <a:lnTo>
                  <a:pt x="248052" y="2947"/>
                </a:lnTo>
                <a:close/>
              </a:path>
            </a:pathLst>
          </a:custGeom>
          <a:solidFill>
            <a:srgbClr val="1845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VN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B521354-BC1A-44E7-CA94-E02095CCA61C}"/>
              </a:ext>
            </a:extLst>
          </p:cNvPr>
          <p:cNvCxnSpPr>
            <a:cxnSpLocks/>
          </p:cNvCxnSpPr>
          <p:nvPr/>
        </p:nvCxnSpPr>
        <p:spPr>
          <a:xfrm>
            <a:off x="0" y="6729413"/>
            <a:ext cx="8072438" cy="0"/>
          </a:xfrm>
          <a:prstGeom prst="line">
            <a:avLst/>
          </a:prstGeom>
          <a:ln w="12700">
            <a:solidFill>
              <a:srgbClr val="18459E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FA3C54E-4B0E-EC6B-DFFF-4AE5DA5ACF30}"/>
              </a:ext>
            </a:extLst>
          </p:cNvPr>
          <p:cNvCxnSpPr>
            <a:cxnSpLocks/>
          </p:cNvCxnSpPr>
          <p:nvPr/>
        </p:nvCxnSpPr>
        <p:spPr>
          <a:xfrm flipV="1">
            <a:off x="8072438" y="6388100"/>
            <a:ext cx="277812" cy="341313"/>
          </a:xfrm>
          <a:prstGeom prst="line">
            <a:avLst/>
          </a:prstGeom>
          <a:ln w="12700">
            <a:solidFill>
              <a:srgbClr val="18459E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0D13368-9844-68EF-F3BB-D948045601E4}"/>
              </a:ext>
            </a:extLst>
          </p:cNvPr>
          <p:cNvCxnSpPr>
            <a:cxnSpLocks/>
          </p:cNvCxnSpPr>
          <p:nvPr/>
        </p:nvCxnSpPr>
        <p:spPr>
          <a:xfrm>
            <a:off x="8350250" y="6388100"/>
            <a:ext cx="3857625" cy="0"/>
          </a:xfrm>
          <a:prstGeom prst="line">
            <a:avLst/>
          </a:prstGeom>
          <a:ln w="12700">
            <a:solidFill>
              <a:srgbClr val="18459E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Rectangle 16">
            <a:extLst>
              <a:ext uri="{FF2B5EF4-FFF2-40B4-BE49-F238E27FC236}">
                <a16:creationId xmlns:a16="http://schemas.microsoft.com/office/drawing/2014/main" id="{8BF84977-E23A-7AC0-BF74-AB056B863952}"/>
              </a:ext>
            </a:extLst>
          </p:cNvPr>
          <p:cNvSpPr/>
          <p:nvPr/>
        </p:nvSpPr>
        <p:spPr>
          <a:xfrm>
            <a:off x="8113713" y="6518275"/>
            <a:ext cx="4100512" cy="381000"/>
          </a:xfrm>
          <a:custGeom>
            <a:avLst/>
            <a:gdLst>
              <a:gd name="connsiteX0" fmla="*/ 0 w 2523344"/>
              <a:gd name="connsiteY0" fmla="*/ 0 h 482600"/>
              <a:gd name="connsiteX1" fmla="*/ 2523344 w 2523344"/>
              <a:gd name="connsiteY1" fmla="*/ 0 h 482600"/>
              <a:gd name="connsiteX2" fmla="*/ 2523344 w 2523344"/>
              <a:gd name="connsiteY2" fmla="*/ 482600 h 482600"/>
              <a:gd name="connsiteX3" fmla="*/ 0 w 2523344"/>
              <a:gd name="connsiteY3" fmla="*/ 482600 h 482600"/>
              <a:gd name="connsiteX4" fmla="*/ 0 w 2523344"/>
              <a:gd name="connsiteY4" fmla="*/ 0 h 482600"/>
              <a:gd name="connsiteX0" fmla="*/ 524655 w 2523344"/>
              <a:gd name="connsiteY0" fmla="*/ 14990 h 482600"/>
              <a:gd name="connsiteX1" fmla="*/ 2523344 w 2523344"/>
              <a:gd name="connsiteY1" fmla="*/ 0 h 482600"/>
              <a:gd name="connsiteX2" fmla="*/ 2523344 w 2523344"/>
              <a:gd name="connsiteY2" fmla="*/ 482600 h 482600"/>
              <a:gd name="connsiteX3" fmla="*/ 0 w 2523344"/>
              <a:gd name="connsiteY3" fmla="*/ 482600 h 482600"/>
              <a:gd name="connsiteX4" fmla="*/ 524655 w 2523344"/>
              <a:gd name="connsiteY4" fmla="*/ 14990 h 482600"/>
              <a:gd name="connsiteX0" fmla="*/ 404734 w 2523344"/>
              <a:gd name="connsiteY0" fmla="*/ 44971 h 482600"/>
              <a:gd name="connsiteX1" fmla="*/ 2523344 w 2523344"/>
              <a:gd name="connsiteY1" fmla="*/ 0 h 482600"/>
              <a:gd name="connsiteX2" fmla="*/ 2523344 w 2523344"/>
              <a:gd name="connsiteY2" fmla="*/ 482600 h 482600"/>
              <a:gd name="connsiteX3" fmla="*/ 0 w 2523344"/>
              <a:gd name="connsiteY3" fmla="*/ 482600 h 482600"/>
              <a:gd name="connsiteX4" fmla="*/ 404734 w 2523344"/>
              <a:gd name="connsiteY4" fmla="*/ 44971 h 482600"/>
              <a:gd name="connsiteX0" fmla="*/ 404734 w 2523344"/>
              <a:gd name="connsiteY0" fmla="*/ 0 h 482600"/>
              <a:gd name="connsiteX1" fmla="*/ 2523344 w 2523344"/>
              <a:gd name="connsiteY1" fmla="*/ 0 h 482600"/>
              <a:gd name="connsiteX2" fmla="*/ 2523344 w 2523344"/>
              <a:gd name="connsiteY2" fmla="*/ 482600 h 482600"/>
              <a:gd name="connsiteX3" fmla="*/ 0 w 2523344"/>
              <a:gd name="connsiteY3" fmla="*/ 482600 h 482600"/>
              <a:gd name="connsiteX4" fmla="*/ 404734 w 2523344"/>
              <a:gd name="connsiteY4" fmla="*/ 0 h 482600"/>
              <a:gd name="connsiteX0" fmla="*/ 493662 w 2523344"/>
              <a:gd name="connsiteY0" fmla="*/ 10816 h 482600"/>
              <a:gd name="connsiteX1" fmla="*/ 2523344 w 2523344"/>
              <a:gd name="connsiteY1" fmla="*/ 0 h 482600"/>
              <a:gd name="connsiteX2" fmla="*/ 2523344 w 2523344"/>
              <a:gd name="connsiteY2" fmla="*/ 482600 h 482600"/>
              <a:gd name="connsiteX3" fmla="*/ 0 w 2523344"/>
              <a:gd name="connsiteY3" fmla="*/ 482600 h 482600"/>
              <a:gd name="connsiteX4" fmla="*/ 493662 w 2523344"/>
              <a:gd name="connsiteY4" fmla="*/ 10816 h 482600"/>
              <a:gd name="connsiteX0" fmla="*/ 371386 w 2523344"/>
              <a:gd name="connsiteY0" fmla="*/ 10816 h 482600"/>
              <a:gd name="connsiteX1" fmla="*/ 2523344 w 2523344"/>
              <a:gd name="connsiteY1" fmla="*/ 0 h 482600"/>
              <a:gd name="connsiteX2" fmla="*/ 2523344 w 2523344"/>
              <a:gd name="connsiteY2" fmla="*/ 482600 h 482600"/>
              <a:gd name="connsiteX3" fmla="*/ 0 w 2523344"/>
              <a:gd name="connsiteY3" fmla="*/ 482600 h 482600"/>
              <a:gd name="connsiteX4" fmla="*/ 371386 w 2523344"/>
              <a:gd name="connsiteY4" fmla="*/ 10816 h 482600"/>
              <a:gd name="connsiteX0" fmla="*/ 406017 w 2557975"/>
              <a:gd name="connsiteY0" fmla="*/ 10816 h 488215"/>
              <a:gd name="connsiteX1" fmla="*/ 2557975 w 2557975"/>
              <a:gd name="connsiteY1" fmla="*/ 0 h 488215"/>
              <a:gd name="connsiteX2" fmla="*/ 2557975 w 2557975"/>
              <a:gd name="connsiteY2" fmla="*/ 482600 h 488215"/>
              <a:gd name="connsiteX3" fmla="*/ 0 w 2557975"/>
              <a:gd name="connsiteY3" fmla="*/ 488215 h 488215"/>
              <a:gd name="connsiteX4" fmla="*/ 406017 w 2557975"/>
              <a:gd name="connsiteY4" fmla="*/ 10816 h 488215"/>
              <a:gd name="connsiteX0" fmla="*/ 406017 w 4108665"/>
              <a:gd name="connsiteY0" fmla="*/ 10816 h 488215"/>
              <a:gd name="connsiteX1" fmla="*/ 2557975 w 4108665"/>
              <a:gd name="connsiteY1" fmla="*/ 0 h 488215"/>
              <a:gd name="connsiteX2" fmla="*/ 4108665 w 4108665"/>
              <a:gd name="connsiteY2" fmla="*/ 482600 h 488215"/>
              <a:gd name="connsiteX3" fmla="*/ 0 w 4108665"/>
              <a:gd name="connsiteY3" fmla="*/ 488215 h 488215"/>
              <a:gd name="connsiteX4" fmla="*/ 406017 w 4108665"/>
              <a:gd name="connsiteY4" fmla="*/ 10816 h 488215"/>
              <a:gd name="connsiteX0" fmla="*/ 406017 w 4108665"/>
              <a:gd name="connsiteY0" fmla="*/ 10816 h 488215"/>
              <a:gd name="connsiteX1" fmla="*/ 4108665 w 4108665"/>
              <a:gd name="connsiteY1" fmla="*/ 0 h 488215"/>
              <a:gd name="connsiteX2" fmla="*/ 4108665 w 4108665"/>
              <a:gd name="connsiteY2" fmla="*/ 482600 h 488215"/>
              <a:gd name="connsiteX3" fmla="*/ 0 w 4108665"/>
              <a:gd name="connsiteY3" fmla="*/ 488215 h 488215"/>
              <a:gd name="connsiteX4" fmla="*/ 406017 w 4108665"/>
              <a:gd name="connsiteY4" fmla="*/ 10816 h 488215"/>
              <a:gd name="connsiteX0" fmla="*/ 406017 w 4108665"/>
              <a:gd name="connsiteY0" fmla="*/ 0 h 477399"/>
              <a:gd name="connsiteX1" fmla="*/ 4108665 w 4108665"/>
              <a:gd name="connsiteY1" fmla="*/ 13519 h 477399"/>
              <a:gd name="connsiteX2" fmla="*/ 4108665 w 4108665"/>
              <a:gd name="connsiteY2" fmla="*/ 471784 h 477399"/>
              <a:gd name="connsiteX3" fmla="*/ 0 w 4108665"/>
              <a:gd name="connsiteY3" fmla="*/ 477399 h 477399"/>
              <a:gd name="connsiteX4" fmla="*/ 406017 w 4108665"/>
              <a:gd name="connsiteY4" fmla="*/ 0 h 477399"/>
              <a:gd name="connsiteX0" fmla="*/ 289036 w 3991684"/>
              <a:gd name="connsiteY0" fmla="*/ 0 h 471784"/>
              <a:gd name="connsiteX1" fmla="*/ 3991684 w 3991684"/>
              <a:gd name="connsiteY1" fmla="*/ 13519 h 471784"/>
              <a:gd name="connsiteX2" fmla="*/ 3991684 w 3991684"/>
              <a:gd name="connsiteY2" fmla="*/ 471784 h 471784"/>
              <a:gd name="connsiteX3" fmla="*/ 0 w 3991684"/>
              <a:gd name="connsiteY3" fmla="*/ 356682 h 471784"/>
              <a:gd name="connsiteX4" fmla="*/ 289036 w 3991684"/>
              <a:gd name="connsiteY4" fmla="*/ 0 h 471784"/>
              <a:gd name="connsiteX0" fmla="*/ 274856 w 3977504"/>
              <a:gd name="connsiteY0" fmla="*/ 0 h 471784"/>
              <a:gd name="connsiteX1" fmla="*/ 3977504 w 3977504"/>
              <a:gd name="connsiteY1" fmla="*/ 13519 h 471784"/>
              <a:gd name="connsiteX2" fmla="*/ 3977504 w 3977504"/>
              <a:gd name="connsiteY2" fmla="*/ 471784 h 471784"/>
              <a:gd name="connsiteX3" fmla="*/ 0 w 3977504"/>
              <a:gd name="connsiteY3" fmla="*/ 360131 h 471784"/>
              <a:gd name="connsiteX4" fmla="*/ 274856 w 3977504"/>
              <a:gd name="connsiteY4" fmla="*/ 0 h 471784"/>
              <a:gd name="connsiteX0" fmla="*/ 292580 w 3995228"/>
              <a:gd name="connsiteY0" fmla="*/ 0 h 471784"/>
              <a:gd name="connsiteX1" fmla="*/ 3995228 w 3995228"/>
              <a:gd name="connsiteY1" fmla="*/ 13519 h 471784"/>
              <a:gd name="connsiteX2" fmla="*/ 3995228 w 3995228"/>
              <a:gd name="connsiteY2" fmla="*/ 471784 h 471784"/>
              <a:gd name="connsiteX3" fmla="*/ 0 w 3995228"/>
              <a:gd name="connsiteY3" fmla="*/ 367029 h 471784"/>
              <a:gd name="connsiteX4" fmla="*/ 292580 w 3995228"/>
              <a:gd name="connsiteY4" fmla="*/ 0 h 471784"/>
              <a:gd name="connsiteX0" fmla="*/ 292580 w 3995228"/>
              <a:gd name="connsiteY0" fmla="*/ 0 h 385558"/>
              <a:gd name="connsiteX1" fmla="*/ 3995228 w 3995228"/>
              <a:gd name="connsiteY1" fmla="*/ 13519 h 385558"/>
              <a:gd name="connsiteX2" fmla="*/ 3662009 w 3995228"/>
              <a:gd name="connsiteY2" fmla="*/ 385558 h 385558"/>
              <a:gd name="connsiteX3" fmla="*/ 0 w 3995228"/>
              <a:gd name="connsiteY3" fmla="*/ 367029 h 385558"/>
              <a:gd name="connsiteX4" fmla="*/ 292580 w 3995228"/>
              <a:gd name="connsiteY4" fmla="*/ 0 h 385558"/>
              <a:gd name="connsiteX0" fmla="*/ 292580 w 3995228"/>
              <a:gd name="connsiteY0" fmla="*/ 0 h 367029"/>
              <a:gd name="connsiteX1" fmla="*/ 3995228 w 3995228"/>
              <a:gd name="connsiteY1" fmla="*/ 13519 h 367029"/>
              <a:gd name="connsiteX2" fmla="*/ 3640740 w 3995228"/>
              <a:gd name="connsiteY2" fmla="*/ 347618 h 367029"/>
              <a:gd name="connsiteX3" fmla="*/ 0 w 3995228"/>
              <a:gd name="connsiteY3" fmla="*/ 367029 h 367029"/>
              <a:gd name="connsiteX4" fmla="*/ 292580 w 3995228"/>
              <a:gd name="connsiteY4" fmla="*/ 0 h 367029"/>
              <a:gd name="connsiteX0" fmla="*/ 292580 w 3995228"/>
              <a:gd name="connsiteY0" fmla="*/ 0 h 367029"/>
              <a:gd name="connsiteX1" fmla="*/ 3995228 w 3995228"/>
              <a:gd name="connsiteY1" fmla="*/ 13519 h 367029"/>
              <a:gd name="connsiteX2" fmla="*/ 3630105 w 3995228"/>
              <a:gd name="connsiteY2" fmla="*/ 213104 h 367029"/>
              <a:gd name="connsiteX3" fmla="*/ 0 w 3995228"/>
              <a:gd name="connsiteY3" fmla="*/ 367029 h 367029"/>
              <a:gd name="connsiteX4" fmla="*/ 292580 w 3995228"/>
              <a:gd name="connsiteY4" fmla="*/ 0 h 367029"/>
              <a:gd name="connsiteX0" fmla="*/ 292580 w 3995228"/>
              <a:gd name="connsiteY0" fmla="*/ 0 h 367029"/>
              <a:gd name="connsiteX1" fmla="*/ 3995228 w 3995228"/>
              <a:gd name="connsiteY1" fmla="*/ 13519 h 367029"/>
              <a:gd name="connsiteX2" fmla="*/ 3615926 w 3995228"/>
              <a:gd name="connsiteY2" fmla="*/ 354515 h 367029"/>
              <a:gd name="connsiteX3" fmla="*/ 0 w 3995228"/>
              <a:gd name="connsiteY3" fmla="*/ 367029 h 367029"/>
              <a:gd name="connsiteX4" fmla="*/ 292580 w 3995228"/>
              <a:gd name="connsiteY4" fmla="*/ 0 h 367029"/>
              <a:gd name="connsiteX0" fmla="*/ 278400 w 3981048"/>
              <a:gd name="connsiteY0" fmla="*/ 0 h 360131"/>
              <a:gd name="connsiteX1" fmla="*/ 3981048 w 3981048"/>
              <a:gd name="connsiteY1" fmla="*/ 13519 h 360131"/>
              <a:gd name="connsiteX2" fmla="*/ 3601746 w 3981048"/>
              <a:gd name="connsiteY2" fmla="*/ 354515 h 360131"/>
              <a:gd name="connsiteX3" fmla="*/ 0 w 3981048"/>
              <a:gd name="connsiteY3" fmla="*/ 360131 h 360131"/>
              <a:gd name="connsiteX4" fmla="*/ 278400 w 3981048"/>
              <a:gd name="connsiteY4" fmla="*/ 0 h 360131"/>
              <a:gd name="connsiteX0" fmla="*/ 285490 w 3988138"/>
              <a:gd name="connsiteY0" fmla="*/ 0 h 360131"/>
              <a:gd name="connsiteX1" fmla="*/ 3988138 w 3988138"/>
              <a:gd name="connsiteY1" fmla="*/ 13519 h 360131"/>
              <a:gd name="connsiteX2" fmla="*/ 3608836 w 3988138"/>
              <a:gd name="connsiteY2" fmla="*/ 354515 h 360131"/>
              <a:gd name="connsiteX3" fmla="*/ 0 w 3988138"/>
              <a:gd name="connsiteY3" fmla="*/ 360131 h 360131"/>
              <a:gd name="connsiteX4" fmla="*/ 285490 w 3988138"/>
              <a:gd name="connsiteY4" fmla="*/ 0 h 360131"/>
              <a:gd name="connsiteX0" fmla="*/ 299670 w 4002318"/>
              <a:gd name="connsiteY0" fmla="*/ 0 h 360131"/>
              <a:gd name="connsiteX1" fmla="*/ 4002318 w 4002318"/>
              <a:gd name="connsiteY1" fmla="*/ 13519 h 360131"/>
              <a:gd name="connsiteX2" fmla="*/ 3623016 w 4002318"/>
              <a:gd name="connsiteY2" fmla="*/ 354515 h 360131"/>
              <a:gd name="connsiteX3" fmla="*/ 0 w 4002318"/>
              <a:gd name="connsiteY3" fmla="*/ 360131 h 360131"/>
              <a:gd name="connsiteX4" fmla="*/ 299670 w 4002318"/>
              <a:gd name="connsiteY4" fmla="*/ 0 h 360131"/>
              <a:gd name="connsiteX0" fmla="*/ 299670 w 3623016"/>
              <a:gd name="connsiteY0" fmla="*/ 0 h 360131"/>
              <a:gd name="connsiteX1" fmla="*/ 3615926 w 3623016"/>
              <a:gd name="connsiteY1" fmla="*/ 10070 h 360131"/>
              <a:gd name="connsiteX2" fmla="*/ 3623016 w 3623016"/>
              <a:gd name="connsiteY2" fmla="*/ 354515 h 360131"/>
              <a:gd name="connsiteX3" fmla="*/ 0 w 3623016"/>
              <a:gd name="connsiteY3" fmla="*/ 360131 h 360131"/>
              <a:gd name="connsiteX4" fmla="*/ 299670 w 3623016"/>
              <a:gd name="connsiteY4" fmla="*/ 0 h 360131"/>
              <a:gd name="connsiteX0" fmla="*/ 299670 w 3630106"/>
              <a:gd name="connsiteY0" fmla="*/ 277 h 360408"/>
              <a:gd name="connsiteX1" fmla="*/ 3630106 w 3630106"/>
              <a:gd name="connsiteY1" fmla="*/ 0 h 360408"/>
              <a:gd name="connsiteX2" fmla="*/ 3623016 w 3630106"/>
              <a:gd name="connsiteY2" fmla="*/ 354792 h 360408"/>
              <a:gd name="connsiteX3" fmla="*/ 0 w 3630106"/>
              <a:gd name="connsiteY3" fmla="*/ 360408 h 360408"/>
              <a:gd name="connsiteX4" fmla="*/ 299670 w 3630106"/>
              <a:gd name="connsiteY4" fmla="*/ 277 h 360408"/>
              <a:gd name="connsiteX0" fmla="*/ 299670 w 4037066"/>
              <a:gd name="connsiteY0" fmla="*/ 277 h 360408"/>
              <a:gd name="connsiteX1" fmla="*/ 4037066 w 4037066"/>
              <a:gd name="connsiteY1" fmla="*/ 0 h 360408"/>
              <a:gd name="connsiteX2" fmla="*/ 3623016 w 4037066"/>
              <a:gd name="connsiteY2" fmla="*/ 354792 h 360408"/>
              <a:gd name="connsiteX3" fmla="*/ 0 w 4037066"/>
              <a:gd name="connsiteY3" fmla="*/ 360408 h 360408"/>
              <a:gd name="connsiteX4" fmla="*/ 299670 w 4037066"/>
              <a:gd name="connsiteY4" fmla="*/ 277 h 360408"/>
              <a:gd name="connsiteX0" fmla="*/ 299670 w 4040151"/>
              <a:gd name="connsiteY0" fmla="*/ 277 h 360408"/>
              <a:gd name="connsiteX1" fmla="*/ 4037066 w 4040151"/>
              <a:gd name="connsiteY1" fmla="*/ 0 h 360408"/>
              <a:gd name="connsiteX2" fmla="*/ 4040151 w 4040151"/>
              <a:gd name="connsiteY2" fmla="*/ 354792 h 360408"/>
              <a:gd name="connsiteX3" fmla="*/ 0 w 4040151"/>
              <a:gd name="connsiteY3" fmla="*/ 360408 h 360408"/>
              <a:gd name="connsiteX4" fmla="*/ 299670 w 4040151"/>
              <a:gd name="connsiteY4" fmla="*/ 277 h 360408"/>
              <a:gd name="connsiteX0" fmla="*/ 299670 w 4037234"/>
              <a:gd name="connsiteY0" fmla="*/ 277 h 364692"/>
              <a:gd name="connsiteX1" fmla="*/ 4037066 w 4037234"/>
              <a:gd name="connsiteY1" fmla="*/ 0 h 364692"/>
              <a:gd name="connsiteX2" fmla="*/ 4035064 w 4037234"/>
              <a:gd name="connsiteY2" fmla="*/ 364692 h 364692"/>
              <a:gd name="connsiteX3" fmla="*/ 0 w 4037234"/>
              <a:gd name="connsiteY3" fmla="*/ 360408 h 364692"/>
              <a:gd name="connsiteX4" fmla="*/ 299670 w 4037234"/>
              <a:gd name="connsiteY4" fmla="*/ 277 h 3646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37234" h="364692">
                <a:moveTo>
                  <a:pt x="299670" y="277"/>
                </a:moveTo>
                <a:lnTo>
                  <a:pt x="4037066" y="0"/>
                </a:lnTo>
                <a:cubicBezTo>
                  <a:pt x="4038094" y="118264"/>
                  <a:pt x="4034036" y="246428"/>
                  <a:pt x="4035064" y="364692"/>
                </a:cubicBezTo>
                <a:lnTo>
                  <a:pt x="0" y="360408"/>
                </a:lnTo>
                <a:lnTo>
                  <a:pt x="299670" y="277"/>
                </a:lnTo>
                <a:close/>
              </a:path>
            </a:pathLst>
          </a:custGeom>
          <a:solidFill>
            <a:srgbClr val="EF68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V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BF3025F6-25FE-8A39-0A4B-D8FB46F624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87338" y="358775"/>
            <a:ext cx="3086100" cy="315913"/>
          </a:xfrm>
        </p:spPr>
        <p:txBody>
          <a:bodyPr/>
          <a:lstStyle/>
          <a:p>
            <a:pPr eaLnBrk="1" hangingPunct="1"/>
            <a:r>
              <a:rPr lang="en-US" altLang="en-US" sz="3200">
                <a:solidFill>
                  <a:srgbClr val="EF68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Table of content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29C6820C-1147-F729-5838-4E85B69EC8EE}"/>
              </a:ext>
            </a:extLst>
          </p:cNvPr>
          <p:cNvSpPr txBox="1">
            <a:spLocks/>
          </p:cNvSpPr>
          <p:nvPr/>
        </p:nvSpPr>
        <p:spPr>
          <a:xfrm>
            <a:off x="274715" y="1336304"/>
            <a:ext cx="986091" cy="485912"/>
          </a:xfrm>
          <a:prstGeom prst="rect">
            <a:avLst/>
          </a:prstGeom>
        </p:spPr>
        <p:txBody>
          <a:bodyPr anchor="ctr">
            <a:scene3d>
              <a:camera prst="orthographicFront"/>
              <a:lightRig rig="threePt" dir="t"/>
            </a:scene3d>
            <a:sp3d extrusionH="57150">
              <a:bevelT w="82550" h="38100" prst="coolSlant"/>
            </a:sp3d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r>
              <a:rPr lang="en-VN" sz="4000" b="1">
                <a:ln>
                  <a:solidFill>
                    <a:schemeClr val="accent2"/>
                  </a:solidFill>
                </a:ln>
                <a:solidFill>
                  <a:schemeClr val="accent2"/>
                </a:solidFill>
                <a:effectLst>
                  <a:innerShdw blurRad="63500" dist="50800" dir="10800000">
                    <a:prstClr val="black">
                      <a:alpha val="50000"/>
                    </a:prstClr>
                  </a:innerShdw>
                  <a:reflection blurRad="6350" stA="55000" endA="300" endPos="45500" dir="5400000" sy="-100000" algn="bl" rotWithShape="0"/>
                </a:effectLst>
                <a:latin typeface="Arial" panose="020B0604020202020204" pitchFamily="34" charset="0"/>
                <a:cs typeface="Arial" panose="020B0604020202020204" pitchFamily="34" charset="0"/>
              </a:rPr>
              <a:t>01</a:t>
            </a:r>
          </a:p>
        </p:txBody>
      </p:sp>
      <p:sp>
        <p:nvSpPr>
          <p:cNvPr id="6148" name="Title 1">
            <a:extLst>
              <a:ext uri="{FF2B5EF4-FFF2-40B4-BE49-F238E27FC236}">
                <a16:creationId xmlns:a16="http://schemas.microsoft.com/office/drawing/2014/main" id="{EB215137-0A48-E2D4-F1EC-98062EA6F0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638" y="1876425"/>
            <a:ext cx="3086100" cy="48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18459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</a:t>
            </a:r>
          </a:p>
        </p:txBody>
      </p:sp>
      <p:sp>
        <p:nvSpPr>
          <p:cNvPr id="6149" name="Title 1">
            <a:extLst>
              <a:ext uri="{FF2B5EF4-FFF2-40B4-BE49-F238E27FC236}">
                <a16:creationId xmlns:a16="http://schemas.microsoft.com/office/drawing/2014/main" id="{27171FB9-AB80-5019-7354-9C85EE2083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638" y="2349500"/>
            <a:ext cx="3086100" cy="104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ts val="125"/>
              </a:spcBef>
              <a:spcAft>
                <a:spcPts val="125"/>
              </a:spcAft>
              <a:buFontTx/>
              <a:buNone/>
            </a:pPr>
            <a:r>
              <a:rPr lang="en-US" altLang="en-US" sz="1300">
                <a:latin typeface="Arial" panose="020B0604020202020204" pitchFamily="34" charset="0"/>
                <a:cs typeface="Arial" panose="020B0604020202020204" pitchFamily="34" charset="0"/>
              </a:rPr>
              <a:t>1. Lorem ipsum, or lipsum</a:t>
            </a:r>
          </a:p>
          <a:p>
            <a:pPr eaLnBrk="1" hangingPunct="1">
              <a:lnSpc>
                <a:spcPct val="100000"/>
              </a:lnSpc>
              <a:spcBef>
                <a:spcPts val="125"/>
              </a:spcBef>
              <a:spcAft>
                <a:spcPts val="125"/>
              </a:spcAft>
              <a:buFontTx/>
              <a:buNone/>
            </a:pPr>
            <a:r>
              <a:rPr lang="en-US" altLang="en-US" sz="1300">
                <a:latin typeface="Arial" panose="020B0604020202020204" pitchFamily="34" charset="0"/>
                <a:cs typeface="Arial" panose="020B0604020202020204" pitchFamily="34" charset="0"/>
              </a:rPr>
              <a:t>2. The passage is attributed</a:t>
            </a:r>
          </a:p>
          <a:p>
            <a:pPr eaLnBrk="1" hangingPunct="1">
              <a:lnSpc>
                <a:spcPct val="100000"/>
              </a:lnSpc>
              <a:spcBef>
                <a:spcPts val="125"/>
              </a:spcBef>
              <a:spcAft>
                <a:spcPts val="125"/>
              </a:spcAft>
              <a:buFontTx/>
              <a:buNone/>
            </a:pPr>
            <a:r>
              <a:rPr lang="en-US" altLang="en-US" sz="1300">
                <a:latin typeface="Arial" panose="020B0604020202020204" pitchFamily="34" charset="0"/>
                <a:cs typeface="Arial" panose="020B0604020202020204" pitchFamily="34" charset="0"/>
              </a:rPr>
              <a:t>3. Bonorum et Malorum for use</a:t>
            </a:r>
          </a:p>
          <a:p>
            <a:pPr eaLnBrk="1" hangingPunct="1">
              <a:lnSpc>
                <a:spcPct val="100000"/>
              </a:lnSpc>
              <a:spcBef>
                <a:spcPts val="125"/>
              </a:spcBef>
              <a:spcAft>
                <a:spcPts val="125"/>
              </a:spcAft>
              <a:buFontTx/>
              <a:buNone/>
            </a:pPr>
            <a:r>
              <a:rPr lang="en-US" altLang="en-US" sz="1300">
                <a:latin typeface="Arial" panose="020B0604020202020204" pitchFamily="34" charset="0"/>
                <a:cs typeface="Arial" panose="020B0604020202020204" pitchFamily="34" charset="0"/>
              </a:rPr>
              <a:t>4. The purpose of lorem</a:t>
            </a:r>
            <a:endParaRPr lang="en-US" altLang="en-US" sz="1300">
              <a:solidFill>
                <a:srgbClr val="0A5C8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704BD844-0126-BE63-72A9-336DC6F30557}"/>
              </a:ext>
            </a:extLst>
          </p:cNvPr>
          <p:cNvSpPr txBox="1">
            <a:spLocks/>
          </p:cNvSpPr>
          <p:nvPr/>
        </p:nvSpPr>
        <p:spPr>
          <a:xfrm>
            <a:off x="3481562" y="1336304"/>
            <a:ext cx="986091" cy="485912"/>
          </a:xfrm>
          <a:prstGeom prst="rect">
            <a:avLst/>
          </a:prstGeom>
        </p:spPr>
        <p:txBody>
          <a:bodyPr anchor="ctr">
            <a:scene3d>
              <a:camera prst="orthographicFront"/>
              <a:lightRig rig="threePt" dir="t"/>
            </a:scene3d>
            <a:sp3d extrusionH="57150">
              <a:bevelT w="82550" h="38100" prst="coolSlant"/>
            </a:sp3d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r>
              <a:rPr lang="en-VN" sz="4000" b="1">
                <a:ln>
                  <a:solidFill>
                    <a:schemeClr val="accent2"/>
                  </a:solidFill>
                </a:ln>
                <a:solidFill>
                  <a:schemeClr val="accent2"/>
                </a:solidFill>
                <a:effectLst>
                  <a:innerShdw blurRad="63500" dist="50800" dir="10800000">
                    <a:prstClr val="black">
                      <a:alpha val="50000"/>
                    </a:prstClr>
                  </a:innerShdw>
                  <a:reflection blurRad="6350" stA="55000" endA="300" endPos="45500" dir="5400000" sy="-100000" algn="bl" rotWithShape="0"/>
                </a:effectLst>
                <a:latin typeface="Arial" panose="020B0604020202020204" pitchFamily="34" charset="0"/>
                <a:cs typeface="Arial" panose="020B0604020202020204" pitchFamily="34" charset="0"/>
              </a:rPr>
              <a:t>02</a:t>
            </a:r>
          </a:p>
        </p:txBody>
      </p:sp>
      <p:sp>
        <p:nvSpPr>
          <p:cNvPr id="6151" name="Title 1">
            <a:extLst>
              <a:ext uri="{FF2B5EF4-FFF2-40B4-BE49-F238E27FC236}">
                <a16:creationId xmlns:a16="http://schemas.microsoft.com/office/drawing/2014/main" id="{9F61E357-5781-971C-B79F-ED4B84702B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1388" y="1876425"/>
            <a:ext cx="3086100" cy="48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18459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</a:t>
            </a:r>
          </a:p>
        </p:txBody>
      </p:sp>
      <p:sp>
        <p:nvSpPr>
          <p:cNvPr id="6152" name="Title 1">
            <a:extLst>
              <a:ext uri="{FF2B5EF4-FFF2-40B4-BE49-F238E27FC236}">
                <a16:creationId xmlns:a16="http://schemas.microsoft.com/office/drawing/2014/main" id="{99D4F99B-81F0-BD3B-5AAE-9368A32B06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1388" y="2349500"/>
            <a:ext cx="3086100" cy="104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ts val="125"/>
              </a:spcBef>
              <a:spcAft>
                <a:spcPts val="125"/>
              </a:spcAft>
              <a:buFontTx/>
              <a:buNone/>
            </a:pPr>
            <a:r>
              <a:rPr lang="en-US" altLang="en-US" sz="1300">
                <a:latin typeface="Arial" panose="020B0604020202020204" pitchFamily="34" charset="0"/>
                <a:cs typeface="Arial" panose="020B0604020202020204" pitchFamily="34" charset="0"/>
              </a:rPr>
              <a:t>1. Lorem ipsum, or lipsum</a:t>
            </a:r>
          </a:p>
          <a:p>
            <a:pPr eaLnBrk="1" hangingPunct="1">
              <a:lnSpc>
                <a:spcPct val="100000"/>
              </a:lnSpc>
              <a:spcBef>
                <a:spcPts val="125"/>
              </a:spcBef>
              <a:spcAft>
                <a:spcPts val="125"/>
              </a:spcAft>
              <a:buFontTx/>
              <a:buNone/>
            </a:pPr>
            <a:r>
              <a:rPr lang="en-US" altLang="en-US" sz="1300">
                <a:latin typeface="Arial" panose="020B0604020202020204" pitchFamily="34" charset="0"/>
                <a:cs typeface="Arial" panose="020B0604020202020204" pitchFamily="34" charset="0"/>
              </a:rPr>
              <a:t>2. The passage is attributed</a:t>
            </a:r>
          </a:p>
          <a:p>
            <a:pPr eaLnBrk="1" hangingPunct="1">
              <a:lnSpc>
                <a:spcPct val="100000"/>
              </a:lnSpc>
              <a:spcBef>
                <a:spcPts val="125"/>
              </a:spcBef>
              <a:spcAft>
                <a:spcPts val="125"/>
              </a:spcAft>
              <a:buFontTx/>
              <a:buNone/>
            </a:pPr>
            <a:r>
              <a:rPr lang="en-US" altLang="en-US" sz="1300">
                <a:latin typeface="Arial" panose="020B0604020202020204" pitchFamily="34" charset="0"/>
                <a:cs typeface="Arial" panose="020B0604020202020204" pitchFamily="34" charset="0"/>
              </a:rPr>
              <a:t>3. Bonorum et Malorum for use</a:t>
            </a:r>
          </a:p>
          <a:p>
            <a:pPr eaLnBrk="1" hangingPunct="1">
              <a:lnSpc>
                <a:spcPct val="100000"/>
              </a:lnSpc>
              <a:spcBef>
                <a:spcPts val="125"/>
              </a:spcBef>
              <a:spcAft>
                <a:spcPts val="125"/>
              </a:spcAft>
              <a:buFontTx/>
              <a:buNone/>
            </a:pPr>
            <a:r>
              <a:rPr lang="en-US" altLang="en-US" sz="1300">
                <a:latin typeface="Arial" panose="020B0604020202020204" pitchFamily="34" charset="0"/>
                <a:cs typeface="Arial" panose="020B0604020202020204" pitchFamily="34" charset="0"/>
              </a:rPr>
              <a:t>4. The purpose of lorem</a:t>
            </a:r>
            <a:endParaRPr lang="en-US" altLang="en-US" sz="1300">
              <a:solidFill>
                <a:srgbClr val="0A5C8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8216112F-4D3A-30F9-E3D8-5654F4DBB900}"/>
              </a:ext>
            </a:extLst>
          </p:cNvPr>
          <p:cNvSpPr txBox="1">
            <a:spLocks/>
          </p:cNvSpPr>
          <p:nvPr/>
        </p:nvSpPr>
        <p:spPr>
          <a:xfrm>
            <a:off x="6486175" y="1336304"/>
            <a:ext cx="986091" cy="485912"/>
          </a:xfrm>
          <a:prstGeom prst="rect">
            <a:avLst/>
          </a:prstGeom>
        </p:spPr>
        <p:txBody>
          <a:bodyPr anchor="ctr">
            <a:scene3d>
              <a:camera prst="orthographicFront"/>
              <a:lightRig rig="threePt" dir="t"/>
            </a:scene3d>
            <a:sp3d extrusionH="57150">
              <a:bevelT w="82550" h="38100" prst="coolSlant"/>
            </a:sp3d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r>
              <a:rPr lang="en-VN" sz="4000" b="1">
                <a:ln>
                  <a:solidFill>
                    <a:schemeClr val="accent2"/>
                  </a:solidFill>
                </a:ln>
                <a:solidFill>
                  <a:schemeClr val="accent2"/>
                </a:solidFill>
                <a:effectLst>
                  <a:innerShdw blurRad="63500" dist="50800" dir="10800000">
                    <a:prstClr val="black">
                      <a:alpha val="50000"/>
                    </a:prstClr>
                  </a:innerShdw>
                  <a:reflection blurRad="6350" stA="55000" endA="300" endPos="45500" dir="5400000" sy="-100000" algn="bl" rotWithShape="0"/>
                </a:effectLst>
                <a:latin typeface="Arial" panose="020B0604020202020204" pitchFamily="34" charset="0"/>
                <a:cs typeface="Arial" panose="020B0604020202020204" pitchFamily="34" charset="0"/>
              </a:rPr>
              <a:t>03</a:t>
            </a:r>
          </a:p>
        </p:txBody>
      </p:sp>
      <p:sp>
        <p:nvSpPr>
          <p:cNvPr id="6154" name="Title 1">
            <a:extLst>
              <a:ext uri="{FF2B5EF4-FFF2-40B4-BE49-F238E27FC236}">
                <a16:creationId xmlns:a16="http://schemas.microsoft.com/office/drawing/2014/main" id="{7A46B2B3-A728-4784-BEE8-C46D9BC362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6525" y="1876425"/>
            <a:ext cx="3086100" cy="48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18459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</a:t>
            </a:r>
          </a:p>
        </p:txBody>
      </p:sp>
      <p:sp>
        <p:nvSpPr>
          <p:cNvPr id="6155" name="Title 1">
            <a:extLst>
              <a:ext uri="{FF2B5EF4-FFF2-40B4-BE49-F238E27FC236}">
                <a16:creationId xmlns:a16="http://schemas.microsoft.com/office/drawing/2014/main" id="{8BFDBEA5-03CB-2DFD-F3BD-0A7B8B7675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6525" y="2349500"/>
            <a:ext cx="3086100" cy="104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ts val="125"/>
              </a:spcBef>
              <a:spcAft>
                <a:spcPts val="125"/>
              </a:spcAft>
              <a:buFontTx/>
              <a:buNone/>
            </a:pPr>
            <a:r>
              <a:rPr lang="en-US" altLang="en-US" sz="1300">
                <a:latin typeface="Arial" panose="020B0604020202020204" pitchFamily="34" charset="0"/>
                <a:cs typeface="Arial" panose="020B0604020202020204" pitchFamily="34" charset="0"/>
              </a:rPr>
              <a:t>1. Lorem ipsum, or lipsum</a:t>
            </a:r>
          </a:p>
          <a:p>
            <a:pPr eaLnBrk="1" hangingPunct="1">
              <a:lnSpc>
                <a:spcPct val="100000"/>
              </a:lnSpc>
              <a:spcBef>
                <a:spcPts val="125"/>
              </a:spcBef>
              <a:spcAft>
                <a:spcPts val="125"/>
              </a:spcAft>
              <a:buFontTx/>
              <a:buNone/>
            </a:pPr>
            <a:r>
              <a:rPr lang="en-US" altLang="en-US" sz="1300">
                <a:latin typeface="Arial" panose="020B0604020202020204" pitchFamily="34" charset="0"/>
                <a:cs typeface="Arial" panose="020B0604020202020204" pitchFamily="34" charset="0"/>
              </a:rPr>
              <a:t>2. The passage is attributed</a:t>
            </a:r>
          </a:p>
          <a:p>
            <a:pPr eaLnBrk="1" hangingPunct="1">
              <a:lnSpc>
                <a:spcPct val="100000"/>
              </a:lnSpc>
              <a:spcBef>
                <a:spcPts val="125"/>
              </a:spcBef>
              <a:spcAft>
                <a:spcPts val="125"/>
              </a:spcAft>
              <a:buFontTx/>
              <a:buNone/>
            </a:pPr>
            <a:r>
              <a:rPr lang="en-US" altLang="en-US" sz="1300">
                <a:latin typeface="Arial" panose="020B0604020202020204" pitchFamily="34" charset="0"/>
                <a:cs typeface="Arial" panose="020B0604020202020204" pitchFamily="34" charset="0"/>
              </a:rPr>
              <a:t>3. Bonorum et Malorum for use</a:t>
            </a:r>
          </a:p>
          <a:p>
            <a:pPr eaLnBrk="1" hangingPunct="1">
              <a:lnSpc>
                <a:spcPct val="100000"/>
              </a:lnSpc>
              <a:spcBef>
                <a:spcPts val="125"/>
              </a:spcBef>
              <a:spcAft>
                <a:spcPts val="125"/>
              </a:spcAft>
              <a:buFontTx/>
              <a:buNone/>
            </a:pPr>
            <a:r>
              <a:rPr lang="en-US" altLang="en-US" sz="1300">
                <a:latin typeface="Arial" panose="020B0604020202020204" pitchFamily="34" charset="0"/>
                <a:cs typeface="Arial" panose="020B0604020202020204" pitchFamily="34" charset="0"/>
              </a:rPr>
              <a:t>4. The purpose of lorem</a:t>
            </a:r>
            <a:endParaRPr lang="en-US" altLang="en-US" sz="1300">
              <a:solidFill>
                <a:srgbClr val="0A5C8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6E53AFEF-36C1-B3A9-29F9-520F916ACC3D}"/>
              </a:ext>
            </a:extLst>
          </p:cNvPr>
          <p:cNvSpPr txBox="1">
            <a:spLocks/>
          </p:cNvSpPr>
          <p:nvPr/>
        </p:nvSpPr>
        <p:spPr>
          <a:xfrm>
            <a:off x="9482740" y="1336304"/>
            <a:ext cx="986091" cy="485912"/>
          </a:xfrm>
          <a:prstGeom prst="rect">
            <a:avLst/>
          </a:prstGeom>
        </p:spPr>
        <p:txBody>
          <a:bodyPr anchor="ctr">
            <a:scene3d>
              <a:camera prst="orthographicFront"/>
              <a:lightRig rig="threePt" dir="t"/>
            </a:scene3d>
            <a:sp3d extrusionH="57150">
              <a:bevelT w="82550" h="38100" prst="coolSlant"/>
            </a:sp3d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r>
              <a:rPr lang="en-VN" sz="4000" b="1">
                <a:ln>
                  <a:solidFill>
                    <a:schemeClr val="accent2"/>
                  </a:solidFill>
                </a:ln>
                <a:solidFill>
                  <a:schemeClr val="accent2"/>
                </a:solidFill>
                <a:effectLst>
                  <a:innerShdw blurRad="63500" dist="50800" dir="10800000">
                    <a:prstClr val="black">
                      <a:alpha val="50000"/>
                    </a:prstClr>
                  </a:innerShdw>
                  <a:reflection blurRad="6350" stA="55000" endA="300" endPos="45500" dir="5400000" sy="-100000" algn="bl" rotWithShape="0"/>
                </a:effectLst>
                <a:latin typeface="Arial" panose="020B0604020202020204" pitchFamily="34" charset="0"/>
                <a:cs typeface="Arial" panose="020B0604020202020204" pitchFamily="34" charset="0"/>
              </a:rPr>
              <a:t>04</a:t>
            </a:r>
          </a:p>
        </p:txBody>
      </p:sp>
      <p:sp>
        <p:nvSpPr>
          <p:cNvPr id="6157" name="Title 1">
            <a:extLst>
              <a:ext uri="{FF2B5EF4-FFF2-40B4-BE49-F238E27FC236}">
                <a16:creationId xmlns:a16="http://schemas.microsoft.com/office/drawing/2014/main" id="{E48497F9-8865-39E9-BCB2-8C0FFCB51D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82138" y="1876425"/>
            <a:ext cx="3087687" cy="48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18459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</a:t>
            </a:r>
          </a:p>
        </p:txBody>
      </p:sp>
      <p:sp>
        <p:nvSpPr>
          <p:cNvPr id="6158" name="Title 1">
            <a:extLst>
              <a:ext uri="{FF2B5EF4-FFF2-40B4-BE49-F238E27FC236}">
                <a16:creationId xmlns:a16="http://schemas.microsoft.com/office/drawing/2014/main" id="{32C28359-4796-ECC2-9749-31B4F7765A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82138" y="2349500"/>
            <a:ext cx="3087687" cy="104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ts val="125"/>
              </a:spcBef>
              <a:spcAft>
                <a:spcPts val="125"/>
              </a:spcAft>
              <a:buFontTx/>
              <a:buNone/>
            </a:pPr>
            <a:r>
              <a:rPr lang="en-US" altLang="en-US" sz="1300">
                <a:latin typeface="Arial" panose="020B0604020202020204" pitchFamily="34" charset="0"/>
                <a:cs typeface="Arial" panose="020B0604020202020204" pitchFamily="34" charset="0"/>
              </a:rPr>
              <a:t>1. Lorem ipsum, or lipsum</a:t>
            </a:r>
          </a:p>
          <a:p>
            <a:pPr eaLnBrk="1" hangingPunct="1">
              <a:lnSpc>
                <a:spcPct val="100000"/>
              </a:lnSpc>
              <a:spcBef>
                <a:spcPts val="125"/>
              </a:spcBef>
              <a:spcAft>
                <a:spcPts val="125"/>
              </a:spcAft>
              <a:buFontTx/>
              <a:buNone/>
            </a:pPr>
            <a:r>
              <a:rPr lang="en-US" altLang="en-US" sz="1300">
                <a:latin typeface="Arial" panose="020B0604020202020204" pitchFamily="34" charset="0"/>
                <a:cs typeface="Arial" panose="020B0604020202020204" pitchFamily="34" charset="0"/>
              </a:rPr>
              <a:t>2. The passage is attributed</a:t>
            </a:r>
          </a:p>
          <a:p>
            <a:pPr eaLnBrk="1" hangingPunct="1">
              <a:lnSpc>
                <a:spcPct val="100000"/>
              </a:lnSpc>
              <a:spcBef>
                <a:spcPts val="125"/>
              </a:spcBef>
              <a:spcAft>
                <a:spcPts val="125"/>
              </a:spcAft>
              <a:buFontTx/>
              <a:buNone/>
            </a:pPr>
            <a:r>
              <a:rPr lang="en-US" altLang="en-US" sz="1300">
                <a:latin typeface="Arial" panose="020B0604020202020204" pitchFamily="34" charset="0"/>
                <a:cs typeface="Arial" panose="020B0604020202020204" pitchFamily="34" charset="0"/>
              </a:rPr>
              <a:t>3. Bonorum et Malorum for use</a:t>
            </a:r>
          </a:p>
          <a:p>
            <a:pPr eaLnBrk="1" hangingPunct="1">
              <a:lnSpc>
                <a:spcPct val="100000"/>
              </a:lnSpc>
              <a:spcBef>
                <a:spcPts val="125"/>
              </a:spcBef>
              <a:spcAft>
                <a:spcPts val="125"/>
              </a:spcAft>
              <a:buFontTx/>
              <a:buNone/>
            </a:pPr>
            <a:r>
              <a:rPr lang="en-US" altLang="en-US" sz="1300">
                <a:latin typeface="Arial" panose="020B0604020202020204" pitchFamily="34" charset="0"/>
                <a:cs typeface="Arial" panose="020B0604020202020204" pitchFamily="34" charset="0"/>
              </a:rPr>
              <a:t>4. The purpose of lorem</a:t>
            </a:r>
            <a:endParaRPr lang="en-US" altLang="en-US" sz="1300">
              <a:solidFill>
                <a:srgbClr val="0A5C8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75CEE1E-EDC4-F25C-BAD9-ED150E84A627}"/>
              </a:ext>
            </a:extLst>
          </p:cNvPr>
          <p:cNvCxnSpPr>
            <a:cxnSpLocks/>
          </p:cNvCxnSpPr>
          <p:nvPr/>
        </p:nvCxnSpPr>
        <p:spPr>
          <a:xfrm>
            <a:off x="371475" y="858838"/>
            <a:ext cx="3055938" cy="0"/>
          </a:xfrm>
          <a:prstGeom prst="line">
            <a:avLst/>
          </a:prstGeom>
          <a:ln w="12700">
            <a:solidFill>
              <a:srgbClr val="18459E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15B8220C-3163-B32A-1EE5-18B94E1409CF}"/>
              </a:ext>
            </a:extLst>
          </p:cNvPr>
          <p:cNvCxnSpPr>
            <a:cxnSpLocks/>
          </p:cNvCxnSpPr>
          <p:nvPr/>
        </p:nvCxnSpPr>
        <p:spPr>
          <a:xfrm flipV="1">
            <a:off x="3427413" y="503238"/>
            <a:ext cx="327025" cy="355600"/>
          </a:xfrm>
          <a:prstGeom prst="line">
            <a:avLst/>
          </a:prstGeom>
          <a:ln w="12700">
            <a:solidFill>
              <a:srgbClr val="18459E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9E08F53F-B5DE-F8D1-6A79-454933512019}"/>
              </a:ext>
            </a:extLst>
          </p:cNvPr>
          <p:cNvCxnSpPr>
            <a:cxnSpLocks/>
          </p:cNvCxnSpPr>
          <p:nvPr/>
        </p:nvCxnSpPr>
        <p:spPr>
          <a:xfrm>
            <a:off x="3754438" y="503238"/>
            <a:ext cx="8066087" cy="0"/>
          </a:xfrm>
          <a:prstGeom prst="line">
            <a:avLst/>
          </a:prstGeom>
          <a:ln w="12700">
            <a:solidFill>
              <a:srgbClr val="18459E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3" name="Title 1">
            <a:extLst>
              <a:ext uri="{FF2B5EF4-FFF2-40B4-BE49-F238E27FC236}">
                <a16:creationId xmlns:a16="http://schemas.microsoft.com/office/drawing/2014/main" id="{C88B3192-A9E0-CB2C-B366-748B0B14EEE7}"/>
              </a:ext>
            </a:extLst>
          </p:cNvPr>
          <p:cNvSpPr txBox="1">
            <a:spLocks/>
          </p:cNvSpPr>
          <p:nvPr/>
        </p:nvSpPr>
        <p:spPr>
          <a:xfrm>
            <a:off x="274715" y="3902041"/>
            <a:ext cx="986091" cy="485912"/>
          </a:xfrm>
          <a:prstGeom prst="rect">
            <a:avLst/>
          </a:prstGeom>
        </p:spPr>
        <p:txBody>
          <a:bodyPr anchor="ctr">
            <a:scene3d>
              <a:camera prst="orthographicFront"/>
              <a:lightRig rig="threePt" dir="t"/>
            </a:scene3d>
            <a:sp3d extrusionH="57150">
              <a:bevelT w="82550" h="38100" prst="coolSlant"/>
            </a:sp3d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r>
              <a:rPr lang="en-VN" sz="4000" b="1">
                <a:ln>
                  <a:solidFill>
                    <a:schemeClr val="accent2"/>
                  </a:solidFill>
                </a:ln>
                <a:solidFill>
                  <a:schemeClr val="accent2"/>
                </a:solidFill>
                <a:effectLst>
                  <a:innerShdw blurRad="63500" dist="50800" dir="10800000">
                    <a:prstClr val="black">
                      <a:alpha val="50000"/>
                    </a:prstClr>
                  </a:innerShdw>
                  <a:reflection blurRad="6350" stA="55000" endA="300" endPos="45500" dir="5400000" sy="-100000" algn="bl" rotWithShape="0"/>
                </a:effectLst>
                <a:latin typeface="Arial" panose="020B0604020202020204" pitchFamily="34" charset="0"/>
                <a:cs typeface="Arial" panose="020B0604020202020204" pitchFamily="34" charset="0"/>
              </a:rPr>
              <a:t>05</a:t>
            </a:r>
          </a:p>
        </p:txBody>
      </p:sp>
      <p:sp>
        <p:nvSpPr>
          <p:cNvPr id="6163" name="Title 1">
            <a:extLst>
              <a:ext uri="{FF2B5EF4-FFF2-40B4-BE49-F238E27FC236}">
                <a16:creationId xmlns:a16="http://schemas.microsoft.com/office/drawing/2014/main" id="{9E670E3E-07F2-A6CC-08D4-6DD14E0479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638" y="4456113"/>
            <a:ext cx="3086100" cy="48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18459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</a:t>
            </a:r>
          </a:p>
        </p:txBody>
      </p:sp>
      <p:sp>
        <p:nvSpPr>
          <p:cNvPr id="6164" name="Title 1">
            <a:extLst>
              <a:ext uri="{FF2B5EF4-FFF2-40B4-BE49-F238E27FC236}">
                <a16:creationId xmlns:a16="http://schemas.microsoft.com/office/drawing/2014/main" id="{CC807E72-10D4-C9DC-14EC-41FDCD0922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638" y="4960938"/>
            <a:ext cx="3086100" cy="104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ts val="125"/>
              </a:spcBef>
              <a:spcAft>
                <a:spcPts val="125"/>
              </a:spcAft>
              <a:buFontTx/>
              <a:buNone/>
            </a:pPr>
            <a:r>
              <a:rPr lang="en-US" altLang="en-US" sz="1300">
                <a:latin typeface="Arial" panose="020B0604020202020204" pitchFamily="34" charset="0"/>
                <a:cs typeface="Arial" panose="020B0604020202020204" pitchFamily="34" charset="0"/>
              </a:rPr>
              <a:t>1. Lorem ipsum, or lipsum</a:t>
            </a:r>
          </a:p>
          <a:p>
            <a:pPr eaLnBrk="1" hangingPunct="1">
              <a:lnSpc>
                <a:spcPct val="100000"/>
              </a:lnSpc>
              <a:spcBef>
                <a:spcPts val="125"/>
              </a:spcBef>
              <a:spcAft>
                <a:spcPts val="125"/>
              </a:spcAft>
              <a:buFontTx/>
              <a:buNone/>
            </a:pPr>
            <a:r>
              <a:rPr lang="en-US" altLang="en-US" sz="1300">
                <a:latin typeface="Arial" panose="020B0604020202020204" pitchFamily="34" charset="0"/>
                <a:cs typeface="Arial" panose="020B0604020202020204" pitchFamily="34" charset="0"/>
              </a:rPr>
              <a:t>2. The passage is attributed</a:t>
            </a:r>
          </a:p>
          <a:p>
            <a:pPr eaLnBrk="1" hangingPunct="1">
              <a:lnSpc>
                <a:spcPct val="100000"/>
              </a:lnSpc>
              <a:spcBef>
                <a:spcPts val="125"/>
              </a:spcBef>
              <a:spcAft>
                <a:spcPts val="125"/>
              </a:spcAft>
              <a:buFontTx/>
              <a:buNone/>
            </a:pPr>
            <a:r>
              <a:rPr lang="en-US" altLang="en-US" sz="1300">
                <a:latin typeface="Arial" panose="020B0604020202020204" pitchFamily="34" charset="0"/>
                <a:cs typeface="Arial" panose="020B0604020202020204" pitchFamily="34" charset="0"/>
              </a:rPr>
              <a:t>3. Bonorum et Malorum for use</a:t>
            </a:r>
          </a:p>
          <a:p>
            <a:pPr eaLnBrk="1" hangingPunct="1">
              <a:lnSpc>
                <a:spcPct val="100000"/>
              </a:lnSpc>
              <a:spcBef>
                <a:spcPts val="125"/>
              </a:spcBef>
              <a:spcAft>
                <a:spcPts val="125"/>
              </a:spcAft>
              <a:buFontTx/>
              <a:buNone/>
            </a:pPr>
            <a:r>
              <a:rPr lang="en-US" altLang="en-US" sz="1300">
                <a:latin typeface="Arial" panose="020B0604020202020204" pitchFamily="34" charset="0"/>
                <a:cs typeface="Arial" panose="020B0604020202020204" pitchFamily="34" charset="0"/>
              </a:rPr>
              <a:t>4. The purpose of lorem</a:t>
            </a:r>
            <a:endParaRPr lang="en-US" altLang="en-US" sz="1300">
              <a:solidFill>
                <a:srgbClr val="0A5C8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itle 1">
            <a:extLst>
              <a:ext uri="{FF2B5EF4-FFF2-40B4-BE49-F238E27FC236}">
                <a16:creationId xmlns:a16="http://schemas.microsoft.com/office/drawing/2014/main" id="{0719825C-D0DB-47C9-775A-E2112DF41D36}"/>
              </a:ext>
            </a:extLst>
          </p:cNvPr>
          <p:cNvSpPr txBox="1">
            <a:spLocks/>
          </p:cNvSpPr>
          <p:nvPr/>
        </p:nvSpPr>
        <p:spPr>
          <a:xfrm>
            <a:off x="3481562" y="3902041"/>
            <a:ext cx="986091" cy="485912"/>
          </a:xfrm>
          <a:prstGeom prst="rect">
            <a:avLst/>
          </a:prstGeom>
        </p:spPr>
        <p:txBody>
          <a:bodyPr anchor="ctr">
            <a:scene3d>
              <a:camera prst="orthographicFront"/>
              <a:lightRig rig="threePt" dir="t"/>
            </a:scene3d>
            <a:sp3d extrusionH="57150">
              <a:bevelT w="82550" h="38100" prst="coolSlant"/>
            </a:sp3d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r>
              <a:rPr lang="en-VN" sz="4000" b="1">
                <a:ln>
                  <a:solidFill>
                    <a:schemeClr val="accent2"/>
                  </a:solidFill>
                </a:ln>
                <a:solidFill>
                  <a:schemeClr val="accent2"/>
                </a:solidFill>
                <a:effectLst>
                  <a:innerShdw blurRad="63500" dist="50800" dir="10800000">
                    <a:prstClr val="black">
                      <a:alpha val="50000"/>
                    </a:prstClr>
                  </a:innerShdw>
                  <a:reflection blurRad="6350" stA="55000" endA="300" endPos="45500" dir="5400000" sy="-100000" algn="bl" rotWithShape="0"/>
                </a:effectLst>
                <a:latin typeface="Arial" panose="020B0604020202020204" pitchFamily="34" charset="0"/>
                <a:cs typeface="Arial" panose="020B0604020202020204" pitchFamily="34" charset="0"/>
              </a:rPr>
              <a:t>06</a:t>
            </a:r>
          </a:p>
        </p:txBody>
      </p:sp>
      <p:sp>
        <p:nvSpPr>
          <p:cNvPr id="6166" name="Title 1">
            <a:extLst>
              <a:ext uri="{FF2B5EF4-FFF2-40B4-BE49-F238E27FC236}">
                <a16:creationId xmlns:a16="http://schemas.microsoft.com/office/drawing/2014/main" id="{15C4C71B-9D61-7AE8-2AE7-3BB81786B9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1388" y="4456113"/>
            <a:ext cx="3086100" cy="48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18459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</a:t>
            </a:r>
          </a:p>
        </p:txBody>
      </p:sp>
      <p:sp>
        <p:nvSpPr>
          <p:cNvPr id="6167" name="Title 1">
            <a:extLst>
              <a:ext uri="{FF2B5EF4-FFF2-40B4-BE49-F238E27FC236}">
                <a16:creationId xmlns:a16="http://schemas.microsoft.com/office/drawing/2014/main" id="{E0816303-C2EA-2B5C-AFD6-E0154850CA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1388" y="4960938"/>
            <a:ext cx="3086100" cy="104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ts val="125"/>
              </a:spcBef>
              <a:spcAft>
                <a:spcPts val="125"/>
              </a:spcAft>
              <a:buFontTx/>
              <a:buNone/>
            </a:pPr>
            <a:r>
              <a:rPr lang="en-US" altLang="en-US" sz="1300">
                <a:latin typeface="Arial" panose="020B0604020202020204" pitchFamily="34" charset="0"/>
                <a:cs typeface="Arial" panose="020B0604020202020204" pitchFamily="34" charset="0"/>
              </a:rPr>
              <a:t>1. Lorem ipsum, or lipsum</a:t>
            </a:r>
          </a:p>
          <a:p>
            <a:pPr eaLnBrk="1" hangingPunct="1">
              <a:lnSpc>
                <a:spcPct val="100000"/>
              </a:lnSpc>
              <a:spcBef>
                <a:spcPts val="125"/>
              </a:spcBef>
              <a:spcAft>
                <a:spcPts val="125"/>
              </a:spcAft>
              <a:buFontTx/>
              <a:buNone/>
            </a:pPr>
            <a:r>
              <a:rPr lang="en-US" altLang="en-US" sz="1300">
                <a:latin typeface="Arial" panose="020B0604020202020204" pitchFamily="34" charset="0"/>
                <a:cs typeface="Arial" panose="020B0604020202020204" pitchFamily="34" charset="0"/>
              </a:rPr>
              <a:t>2. The passage is attributed</a:t>
            </a:r>
          </a:p>
          <a:p>
            <a:pPr eaLnBrk="1" hangingPunct="1">
              <a:lnSpc>
                <a:spcPct val="100000"/>
              </a:lnSpc>
              <a:spcBef>
                <a:spcPts val="125"/>
              </a:spcBef>
              <a:spcAft>
                <a:spcPts val="125"/>
              </a:spcAft>
              <a:buFontTx/>
              <a:buNone/>
            </a:pPr>
            <a:r>
              <a:rPr lang="en-US" altLang="en-US" sz="1300">
                <a:latin typeface="Arial" panose="020B0604020202020204" pitchFamily="34" charset="0"/>
                <a:cs typeface="Arial" panose="020B0604020202020204" pitchFamily="34" charset="0"/>
              </a:rPr>
              <a:t>3. Bonorum et Malorum for use</a:t>
            </a:r>
          </a:p>
          <a:p>
            <a:pPr eaLnBrk="1" hangingPunct="1">
              <a:lnSpc>
                <a:spcPct val="100000"/>
              </a:lnSpc>
              <a:spcBef>
                <a:spcPts val="125"/>
              </a:spcBef>
              <a:spcAft>
                <a:spcPts val="125"/>
              </a:spcAft>
              <a:buFontTx/>
              <a:buNone/>
            </a:pPr>
            <a:r>
              <a:rPr lang="en-US" altLang="en-US" sz="1300">
                <a:latin typeface="Arial" panose="020B0604020202020204" pitchFamily="34" charset="0"/>
                <a:cs typeface="Arial" panose="020B0604020202020204" pitchFamily="34" charset="0"/>
              </a:rPr>
              <a:t>4. The purpose of lorem</a:t>
            </a:r>
            <a:endParaRPr lang="en-US" altLang="en-US" sz="1300">
              <a:solidFill>
                <a:srgbClr val="0A5C8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Title 1">
            <a:extLst>
              <a:ext uri="{FF2B5EF4-FFF2-40B4-BE49-F238E27FC236}">
                <a16:creationId xmlns:a16="http://schemas.microsoft.com/office/drawing/2014/main" id="{84A0EEE0-2203-99FC-C58B-3EBBD473AC02}"/>
              </a:ext>
            </a:extLst>
          </p:cNvPr>
          <p:cNvSpPr txBox="1">
            <a:spLocks/>
          </p:cNvSpPr>
          <p:nvPr/>
        </p:nvSpPr>
        <p:spPr>
          <a:xfrm>
            <a:off x="6486175" y="3902041"/>
            <a:ext cx="986091" cy="485912"/>
          </a:xfrm>
          <a:prstGeom prst="rect">
            <a:avLst/>
          </a:prstGeom>
        </p:spPr>
        <p:txBody>
          <a:bodyPr anchor="ctr">
            <a:scene3d>
              <a:camera prst="orthographicFront"/>
              <a:lightRig rig="threePt" dir="t"/>
            </a:scene3d>
            <a:sp3d extrusionH="57150">
              <a:bevelT w="82550" h="38100" prst="coolSlant"/>
            </a:sp3d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r>
              <a:rPr lang="en-VN" sz="4000" b="1">
                <a:ln>
                  <a:solidFill>
                    <a:schemeClr val="accent2"/>
                  </a:solidFill>
                </a:ln>
                <a:solidFill>
                  <a:schemeClr val="accent2"/>
                </a:solidFill>
                <a:effectLst>
                  <a:innerShdw blurRad="63500" dist="50800" dir="10800000">
                    <a:prstClr val="black">
                      <a:alpha val="50000"/>
                    </a:prstClr>
                  </a:innerShdw>
                  <a:reflection blurRad="6350" stA="55000" endA="300" endPos="45500" dir="5400000" sy="-100000" algn="bl" rotWithShape="0"/>
                </a:effectLst>
                <a:latin typeface="Arial" panose="020B0604020202020204" pitchFamily="34" charset="0"/>
                <a:cs typeface="Arial" panose="020B0604020202020204" pitchFamily="34" charset="0"/>
              </a:rPr>
              <a:t>07</a:t>
            </a:r>
          </a:p>
        </p:txBody>
      </p:sp>
      <p:sp>
        <p:nvSpPr>
          <p:cNvPr id="6169" name="Title 1">
            <a:extLst>
              <a:ext uri="{FF2B5EF4-FFF2-40B4-BE49-F238E27FC236}">
                <a16:creationId xmlns:a16="http://schemas.microsoft.com/office/drawing/2014/main" id="{297B80CD-2943-3A9F-330F-B18F0549F1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6525" y="4456113"/>
            <a:ext cx="3086100" cy="48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18459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</a:t>
            </a:r>
          </a:p>
        </p:txBody>
      </p:sp>
      <p:sp>
        <p:nvSpPr>
          <p:cNvPr id="6170" name="Title 1">
            <a:extLst>
              <a:ext uri="{FF2B5EF4-FFF2-40B4-BE49-F238E27FC236}">
                <a16:creationId xmlns:a16="http://schemas.microsoft.com/office/drawing/2014/main" id="{E88ABF70-4CF1-6358-13B8-03F78F6C2E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6525" y="4960938"/>
            <a:ext cx="3086100" cy="104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ts val="125"/>
              </a:spcBef>
              <a:spcAft>
                <a:spcPts val="125"/>
              </a:spcAft>
              <a:buFontTx/>
              <a:buNone/>
            </a:pPr>
            <a:r>
              <a:rPr lang="en-US" altLang="en-US" sz="1300">
                <a:latin typeface="Arial" panose="020B0604020202020204" pitchFamily="34" charset="0"/>
                <a:cs typeface="Arial" panose="020B0604020202020204" pitchFamily="34" charset="0"/>
              </a:rPr>
              <a:t>1. Lorem ipsum, or lipsum</a:t>
            </a:r>
          </a:p>
          <a:p>
            <a:pPr eaLnBrk="1" hangingPunct="1">
              <a:lnSpc>
                <a:spcPct val="100000"/>
              </a:lnSpc>
              <a:spcBef>
                <a:spcPts val="125"/>
              </a:spcBef>
              <a:spcAft>
                <a:spcPts val="125"/>
              </a:spcAft>
              <a:buFontTx/>
              <a:buNone/>
            </a:pPr>
            <a:r>
              <a:rPr lang="en-US" altLang="en-US" sz="1300">
                <a:latin typeface="Arial" panose="020B0604020202020204" pitchFamily="34" charset="0"/>
                <a:cs typeface="Arial" panose="020B0604020202020204" pitchFamily="34" charset="0"/>
              </a:rPr>
              <a:t>2. The passage is attributed</a:t>
            </a:r>
          </a:p>
          <a:p>
            <a:pPr eaLnBrk="1" hangingPunct="1">
              <a:lnSpc>
                <a:spcPct val="100000"/>
              </a:lnSpc>
              <a:spcBef>
                <a:spcPts val="125"/>
              </a:spcBef>
              <a:spcAft>
                <a:spcPts val="125"/>
              </a:spcAft>
              <a:buFontTx/>
              <a:buNone/>
            </a:pPr>
            <a:r>
              <a:rPr lang="en-US" altLang="en-US" sz="1300">
                <a:latin typeface="Arial" panose="020B0604020202020204" pitchFamily="34" charset="0"/>
                <a:cs typeface="Arial" panose="020B0604020202020204" pitchFamily="34" charset="0"/>
              </a:rPr>
              <a:t>3. Bonorum et Malorum for use</a:t>
            </a:r>
          </a:p>
          <a:p>
            <a:pPr eaLnBrk="1" hangingPunct="1">
              <a:lnSpc>
                <a:spcPct val="100000"/>
              </a:lnSpc>
              <a:spcBef>
                <a:spcPts val="125"/>
              </a:spcBef>
              <a:spcAft>
                <a:spcPts val="125"/>
              </a:spcAft>
              <a:buFontTx/>
              <a:buNone/>
            </a:pPr>
            <a:r>
              <a:rPr lang="en-US" altLang="en-US" sz="1300">
                <a:latin typeface="Arial" panose="020B0604020202020204" pitchFamily="34" charset="0"/>
                <a:cs typeface="Arial" panose="020B0604020202020204" pitchFamily="34" charset="0"/>
              </a:rPr>
              <a:t>4. The purpose of lorem</a:t>
            </a:r>
            <a:endParaRPr lang="en-US" altLang="en-US" sz="1300">
              <a:solidFill>
                <a:srgbClr val="0A5C8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Title 1">
            <a:extLst>
              <a:ext uri="{FF2B5EF4-FFF2-40B4-BE49-F238E27FC236}">
                <a16:creationId xmlns:a16="http://schemas.microsoft.com/office/drawing/2014/main" id="{E700B09C-A6DA-BCA0-4D79-80DB639146DE}"/>
              </a:ext>
            </a:extLst>
          </p:cNvPr>
          <p:cNvSpPr txBox="1">
            <a:spLocks/>
          </p:cNvSpPr>
          <p:nvPr/>
        </p:nvSpPr>
        <p:spPr>
          <a:xfrm>
            <a:off x="9482740" y="3902041"/>
            <a:ext cx="986091" cy="485912"/>
          </a:xfrm>
          <a:prstGeom prst="rect">
            <a:avLst/>
          </a:prstGeom>
        </p:spPr>
        <p:txBody>
          <a:bodyPr anchor="ctr">
            <a:scene3d>
              <a:camera prst="orthographicFront"/>
              <a:lightRig rig="threePt" dir="t"/>
            </a:scene3d>
            <a:sp3d extrusionH="57150">
              <a:bevelT w="82550" h="38100" prst="coolSlant"/>
            </a:sp3d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r>
              <a:rPr lang="en-VN" sz="4000" b="1">
                <a:ln>
                  <a:solidFill>
                    <a:schemeClr val="accent2"/>
                  </a:solidFill>
                </a:ln>
                <a:solidFill>
                  <a:schemeClr val="accent2"/>
                </a:solidFill>
                <a:effectLst>
                  <a:innerShdw blurRad="63500" dist="50800" dir="10800000">
                    <a:prstClr val="black">
                      <a:alpha val="50000"/>
                    </a:prstClr>
                  </a:innerShdw>
                  <a:reflection blurRad="6350" stA="55000" endA="300" endPos="45500" dir="5400000" sy="-100000" algn="bl" rotWithShape="0"/>
                </a:effectLst>
                <a:latin typeface="Arial" panose="020B0604020202020204" pitchFamily="34" charset="0"/>
                <a:cs typeface="Arial" panose="020B0604020202020204" pitchFamily="34" charset="0"/>
              </a:rPr>
              <a:t>08</a:t>
            </a:r>
          </a:p>
        </p:txBody>
      </p:sp>
      <p:sp>
        <p:nvSpPr>
          <p:cNvPr id="6172" name="Title 1">
            <a:extLst>
              <a:ext uri="{FF2B5EF4-FFF2-40B4-BE49-F238E27FC236}">
                <a16:creationId xmlns:a16="http://schemas.microsoft.com/office/drawing/2014/main" id="{276FF22A-035D-D9C3-33B2-45FBB78F6B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82138" y="4456113"/>
            <a:ext cx="3087687" cy="48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18459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</a:t>
            </a:r>
          </a:p>
        </p:txBody>
      </p:sp>
      <p:sp>
        <p:nvSpPr>
          <p:cNvPr id="6173" name="Title 1">
            <a:extLst>
              <a:ext uri="{FF2B5EF4-FFF2-40B4-BE49-F238E27FC236}">
                <a16:creationId xmlns:a16="http://schemas.microsoft.com/office/drawing/2014/main" id="{202BF2FF-1DBF-8DEF-EB54-91AE3320FE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82138" y="4960938"/>
            <a:ext cx="3087687" cy="104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ts val="125"/>
              </a:spcBef>
              <a:spcAft>
                <a:spcPts val="125"/>
              </a:spcAft>
              <a:buFontTx/>
              <a:buNone/>
            </a:pPr>
            <a:r>
              <a:rPr lang="en-US" altLang="en-US" sz="1300">
                <a:latin typeface="Arial" panose="020B0604020202020204" pitchFamily="34" charset="0"/>
                <a:cs typeface="Arial" panose="020B0604020202020204" pitchFamily="34" charset="0"/>
              </a:rPr>
              <a:t>1. Lorem ipsum, or lipsum</a:t>
            </a:r>
          </a:p>
          <a:p>
            <a:pPr eaLnBrk="1" hangingPunct="1">
              <a:lnSpc>
                <a:spcPct val="100000"/>
              </a:lnSpc>
              <a:spcBef>
                <a:spcPts val="125"/>
              </a:spcBef>
              <a:spcAft>
                <a:spcPts val="125"/>
              </a:spcAft>
              <a:buFontTx/>
              <a:buNone/>
            </a:pPr>
            <a:r>
              <a:rPr lang="en-US" altLang="en-US" sz="1300">
                <a:latin typeface="Arial" panose="020B0604020202020204" pitchFamily="34" charset="0"/>
                <a:cs typeface="Arial" panose="020B0604020202020204" pitchFamily="34" charset="0"/>
              </a:rPr>
              <a:t>2. The passage is attributed</a:t>
            </a:r>
          </a:p>
          <a:p>
            <a:pPr eaLnBrk="1" hangingPunct="1">
              <a:lnSpc>
                <a:spcPct val="100000"/>
              </a:lnSpc>
              <a:spcBef>
                <a:spcPts val="125"/>
              </a:spcBef>
              <a:spcAft>
                <a:spcPts val="125"/>
              </a:spcAft>
              <a:buFontTx/>
              <a:buNone/>
            </a:pPr>
            <a:r>
              <a:rPr lang="en-US" altLang="en-US" sz="1300">
                <a:latin typeface="Arial" panose="020B0604020202020204" pitchFamily="34" charset="0"/>
                <a:cs typeface="Arial" panose="020B0604020202020204" pitchFamily="34" charset="0"/>
              </a:rPr>
              <a:t>3. Bonorum et Malorum for use</a:t>
            </a:r>
          </a:p>
          <a:p>
            <a:pPr eaLnBrk="1" hangingPunct="1">
              <a:lnSpc>
                <a:spcPct val="100000"/>
              </a:lnSpc>
              <a:spcBef>
                <a:spcPts val="125"/>
              </a:spcBef>
              <a:spcAft>
                <a:spcPts val="125"/>
              </a:spcAft>
              <a:buFontTx/>
              <a:buNone/>
            </a:pPr>
            <a:r>
              <a:rPr lang="en-US" altLang="en-US" sz="1300">
                <a:latin typeface="Arial" panose="020B0604020202020204" pitchFamily="34" charset="0"/>
                <a:cs typeface="Arial" panose="020B0604020202020204" pitchFamily="34" charset="0"/>
              </a:rPr>
              <a:t>4. The purpose of lorem</a:t>
            </a:r>
            <a:endParaRPr lang="en-US" altLang="en-US" sz="1300">
              <a:solidFill>
                <a:srgbClr val="0A5C8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Rectangle 16">
            <a:extLst>
              <a:ext uri="{FF2B5EF4-FFF2-40B4-BE49-F238E27FC236}">
                <a16:creationId xmlns:a16="http://schemas.microsoft.com/office/drawing/2014/main" id="{94CDF67B-BA20-A033-3974-022CABB4AA5B}"/>
              </a:ext>
            </a:extLst>
          </p:cNvPr>
          <p:cNvSpPr/>
          <p:nvPr/>
        </p:nvSpPr>
        <p:spPr>
          <a:xfrm flipH="1">
            <a:off x="-12700" y="6608763"/>
            <a:ext cx="1227138" cy="266700"/>
          </a:xfrm>
          <a:custGeom>
            <a:avLst/>
            <a:gdLst>
              <a:gd name="connsiteX0" fmla="*/ 0 w 2523344"/>
              <a:gd name="connsiteY0" fmla="*/ 0 h 482600"/>
              <a:gd name="connsiteX1" fmla="*/ 2523344 w 2523344"/>
              <a:gd name="connsiteY1" fmla="*/ 0 h 482600"/>
              <a:gd name="connsiteX2" fmla="*/ 2523344 w 2523344"/>
              <a:gd name="connsiteY2" fmla="*/ 482600 h 482600"/>
              <a:gd name="connsiteX3" fmla="*/ 0 w 2523344"/>
              <a:gd name="connsiteY3" fmla="*/ 482600 h 482600"/>
              <a:gd name="connsiteX4" fmla="*/ 0 w 2523344"/>
              <a:gd name="connsiteY4" fmla="*/ 0 h 482600"/>
              <a:gd name="connsiteX0" fmla="*/ 524655 w 2523344"/>
              <a:gd name="connsiteY0" fmla="*/ 14990 h 482600"/>
              <a:gd name="connsiteX1" fmla="*/ 2523344 w 2523344"/>
              <a:gd name="connsiteY1" fmla="*/ 0 h 482600"/>
              <a:gd name="connsiteX2" fmla="*/ 2523344 w 2523344"/>
              <a:gd name="connsiteY2" fmla="*/ 482600 h 482600"/>
              <a:gd name="connsiteX3" fmla="*/ 0 w 2523344"/>
              <a:gd name="connsiteY3" fmla="*/ 482600 h 482600"/>
              <a:gd name="connsiteX4" fmla="*/ 524655 w 2523344"/>
              <a:gd name="connsiteY4" fmla="*/ 14990 h 482600"/>
              <a:gd name="connsiteX0" fmla="*/ 404734 w 2523344"/>
              <a:gd name="connsiteY0" fmla="*/ 44971 h 482600"/>
              <a:gd name="connsiteX1" fmla="*/ 2523344 w 2523344"/>
              <a:gd name="connsiteY1" fmla="*/ 0 h 482600"/>
              <a:gd name="connsiteX2" fmla="*/ 2523344 w 2523344"/>
              <a:gd name="connsiteY2" fmla="*/ 482600 h 482600"/>
              <a:gd name="connsiteX3" fmla="*/ 0 w 2523344"/>
              <a:gd name="connsiteY3" fmla="*/ 482600 h 482600"/>
              <a:gd name="connsiteX4" fmla="*/ 404734 w 2523344"/>
              <a:gd name="connsiteY4" fmla="*/ 44971 h 482600"/>
              <a:gd name="connsiteX0" fmla="*/ 404734 w 2523344"/>
              <a:gd name="connsiteY0" fmla="*/ 0 h 482600"/>
              <a:gd name="connsiteX1" fmla="*/ 2523344 w 2523344"/>
              <a:gd name="connsiteY1" fmla="*/ 0 h 482600"/>
              <a:gd name="connsiteX2" fmla="*/ 2523344 w 2523344"/>
              <a:gd name="connsiteY2" fmla="*/ 482600 h 482600"/>
              <a:gd name="connsiteX3" fmla="*/ 0 w 2523344"/>
              <a:gd name="connsiteY3" fmla="*/ 482600 h 482600"/>
              <a:gd name="connsiteX4" fmla="*/ 404734 w 2523344"/>
              <a:gd name="connsiteY4" fmla="*/ 0 h 482600"/>
              <a:gd name="connsiteX0" fmla="*/ 493662 w 2523344"/>
              <a:gd name="connsiteY0" fmla="*/ 10816 h 482600"/>
              <a:gd name="connsiteX1" fmla="*/ 2523344 w 2523344"/>
              <a:gd name="connsiteY1" fmla="*/ 0 h 482600"/>
              <a:gd name="connsiteX2" fmla="*/ 2523344 w 2523344"/>
              <a:gd name="connsiteY2" fmla="*/ 482600 h 482600"/>
              <a:gd name="connsiteX3" fmla="*/ 0 w 2523344"/>
              <a:gd name="connsiteY3" fmla="*/ 482600 h 482600"/>
              <a:gd name="connsiteX4" fmla="*/ 493662 w 2523344"/>
              <a:gd name="connsiteY4" fmla="*/ 10816 h 482600"/>
              <a:gd name="connsiteX0" fmla="*/ 371386 w 2523344"/>
              <a:gd name="connsiteY0" fmla="*/ 10816 h 482600"/>
              <a:gd name="connsiteX1" fmla="*/ 2523344 w 2523344"/>
              <a:gd name="connsiteY1" fmla="*/ 0 h 482600"/>
              <a:gd name="connsiteX2" fmla="*/ 2523344 w 2523344"/>
              <a:gd name="connsiteY2" fmla="*/ 482600 h 482600"/>
              <a:gd name="connsiteX3" fmla="*/ 0 w 2523344"/>
              <a:gd name="connsiteY3" fmla="*/ 482600 h 482600"/>
              <a:gd name="connsiteX4" fmla="*/ 371386 w 2523344"/>
              <a:gd name="connsiteY4" fmla="*/ 10816 h 482600"/>
              <a:gd name="connsiteX0" fmla="*/ 406017 w 2557975"/>
              <a:gd name="connsiteY0" fmla="*/ 10816 h 488215"/>
              <a:gd name="connsiteX1" fmla="*/ 2557975 w 2557975"/>
              <a:gd name="connsiteY1" fmla="*/ 0 h 488215"/>
              <a:gd name="connsiteX2" fmla="*/ 2557975 w 2557975"/>
              <a:gd name="connsiteY2" fmla="*/ 482600 h 488215"/>
              <a:gd name="connsiteX3" fmla="*/ 0 w 2557975"/>
              <a:gd name="connsiteY3" fmla="*/ 488215 h 488215"/>
              <a:gd name="connsiteX4" fmla="*/ 406017 w 2557975"/>
              <a:gd name="connsiteY4" fmla="*/ 10816 h 488215"/>
              <a:gd name="connsiteX0" fmla="*/ 406017 w 4108665"/>
              <a:gd name="connsiteY0" fmla="*/ 10816 h 488215"/>
              <a:gd name="connsiteX1" fmla="*/ 2557975 w 4108665"/>
              <a:gd name="connsiteY1" fmla="*/ 0 h 488215"/>
              <a:gd name="connsiteX2" fmla="*/ 4108665 w 4108665"/>
              <a:gd name="connsiteY2" fmla="*/ 482600 h 488215"/>
              <a:gd name="connsiteX3" fmla="*/ 0 w 4108665"/>
              <a:gd name="connsiteY3" fmla="*/ 488215 h 488215"/>
              <a:gd name="connsiteX4" fmla="*/ 406017 w 4108665"/>
              <a:gd name="connsiteY4" fmla="*/ 10816 h 488215"/>
              <a:gd name="connsiteX0" fmla="*/ 406017 w 4108665"/>
              <a:gd name="connsiteY0" fmla="*/ 10816 h 488215"/>
              <a:gd name="connsiteX1" fmla="*/ 4108665 w 4108665"/>
              <a:gd name="connsiteY1" fmla="*/ 0 h 488215"/>
              <a:gd name="connsiteX2" fmla="*/ 4108665 w 4108665"/>
              <a:gd name="connsiteY2" fmla="*/ 482600 h 488215"/>
              <a:gd name="connsiteX3" fmla="*/ 0 w 4108665"/>
              <a:gd name="connsiteY3" fmla="*/ 488215 h 488215"/>
              <a:gd name="connsiteX4" fmla="*/ 406017 w 4108665"/>
              <a:gd name="connsiteY4" fmla="*/ 10816 h 488215"/>
              <a:gd name="connsiteX0" fmla="*/ 406017 w 4108665"/>
              <a:gd name="connsiteY0" fmla="*/ 0 h 477399"/>
              <a:gd name="connsiteX1" fmla="*/ 4108665 w 4108665"/>
              <a:gd name="connsiteY1" fmla="*/ 13519 h 477399"/>
              <a:gd name="connsiteX2" fmla="*/ 4108665 w 4108665"/>
              <a:gd name="connsiteY2" fmla="*/ 471784 h 477399"/>
              <a:gd name="connsiteX3" fmla="*/ 0 w 4108665"/>
              <a:gd name="connsiteY3" fmla="*/ 477399 h 477399"/>
              <a:gd name="connsiteX4" fmla="*/ 406017 w 4108665"/>
              <a:gd name="connsiteY4" fmla="*/ 0 h 477399"/>
              <a:gd name="connsiteX0" fmla="*/ 406017 w 4108665"/>
              <a:gd name="connsiteY0" fmla="*/ 4924 h 482323"/>
              <a:gd name="connsiteX1" fmla="*/ 1464331 w 4108665"/>
              <a:gd name="connsiteY1" fmla="*/ 0 h 482323"/>
              <a:gd name="connsiteX2" fmla="*/ 4108665 w 4108665"/>
              <a:gd name="connsiteY2" fmla="*/ 476708 h 482323"/>
              <a:gd name="connsiteX3" fmla="*/ 0 w 4108665"/>
              <a:gd name="connsiteY3" fmla="*/ 482323 h 482323"/>
              <a:gd name="connsiteX4" fmla="*/ 406017 w 4108665"/>
              <a:gd name="connsiteY4" fmla="*/ 4924 h 482323"/>
              <a:gd name="connsiteX0" fmla="*/ 406017 w 1473808"/>
              <a:gd name="connsiteY0" fmla="*/ 4924 h 482323"/>
              <a:gd name="connsiteX1" fmla="*/ 1464331 w 1473808"/>
              <a:gd name="connsiteY1" fmla="*/ 0 h 482323"/>
              <a:gd name="connsiteX2" fmla="*/ 1473808 w 1473808"/>
              <a:gd name="connsiteY2" fmla="*/ 476708 h 482323"/>
              <a:gd name="connsiteX3" fmla="*/ 0 w 1473808"/>
              <a:gd name="connsiteY3" fmla="*/ 482323 h 482323"/>
              <a:gd name="connsiteX4" fmla="*/ 406017 w 1473808"/>
              <a:gd name="connsiteY4" fmla="*/ 4924 h 482323"/>
              <a:gd name="connsiteX0" fmla="*/ 406017 w 1473808"/>
              <a:gd name="connsiteY0" fmla="*/ 4924 h 485929"/>
              <a:gd name="connsiteX1" fmla="*/ 1464331 w 1473808"/>
              <a:gd name="connsiteY1" fmla="*/ 0 h 485929"/>
              <a:gd name="connsiteX2" fmla="*/ 1473808 w 1473808"/>
              <a:gd name="connsiteY2" fmla="*/ 485929 h 485929"/>
              <a:gd name="connsiteX3" fmla="*/ 0 w 1473808"/>
              <a:gd name="connsiteY3" fmla="*/ 482323 h 485929"/>
              <a:gd name="connsiteX4" fmla="*/ 406017 w 1473808"/>
              <a:gd name="connsiteY4" fmla="*/ 4924 h 485929"/>
              <a:gd name="connsiteX0" fmla="*/ 406017 w 1473808"/>
              <a:gd name="connsiteY0" fmla="*/ 0 h 481005"/>
              <a:gd name="connsiteX1" fmla="*/ 1401804 w 1473808"/>
              <a:gd name="connsiteY1" fmla="*/ 1160 h 481005"/>
              <a:gd name="connsiteX2" fmla="*/ 1473808 w 1473808"/>
              <a:gd name="connsiteY2" fmla="*/ 481005 h 481005"/>
              <a:gd name="connsiteX3" fmla="*/ 0 w 1473808"/>
              <a:gd name="connsiteY3" fmla="*/ 477399 h 481005"/>
              <a:gd name="connsiteX4" fmla="*/ 406017 w 1473808"/>
              <a:gd name="connsiteY4" fmla="*/ 0 h 481005"/>
              <a:gd name="connsiteX0" fmla="*/ 406017 w 1401804"/>
              <a:gd name="connsiteY0" fmla="*/ 0 h 477399"/>
              <a:gd name="connsiteX1" fmla="*/ 1401804 w 1401804"/>
              <a:gd name="connsiteY1" fmla="*/ 1160 h 477399"/>
              <a:gd name="connsiteX2" fmla="*/ 1392522 w 1401804"/>
              <a:gd name="connsiteY2" fmla="*/ 265032 h 477399"/>
              <a:gd name="connsiteX3" fmla="*/ 0 w 1401804"/>
              <a:gd name="connsiteY3" fmla="*/ 477399 h 477399"/>
              <a:gd name="connsiteX4" fmla="*/ 406017 w 1401804"/>
              <a:gd name="connsiteY4" fmla="*/ 0 h 477399"/>
              <a:gd name="connsiteX0" fmla="*/ 406017 w 1405028"/>
              <a:gd name="connsiteY0" fmla="*/ 0 h 477399"/>
              <a:gd name="connsiteX1" fmla="*/ 1401804 w 1405028"/>
              <a:gd name="connsiteY1" fmla="*/ 1160 h 477399"/>
              <a:gd name="connsiteX2" fmla="*/ 1405028 w 1405028"/>
              <a:gd name="connsiteY2" fmla="*/ 261990 h 477399"/>
              <a:gd name="connsiteX3" fmla="*/ 0 w 1405028"/>
              <a:gd name="connsiteY3" fmla="*/ 477399 h 477399"/>
              <a:gd name="connsiteX4" fmla="*/ 406017 w 1405028"/>
              <a:gd name="connsiteY4" fmla="*/ 0 h 477399"/>
              <a:gd name="connsiteX0" fmla="*/ 406017 w 1402126"/>
              <a:gd name="connsiteY0" fmla="*/ 0 h 477399"/>
              <a:gd name="connsiteX1" fmla="*/ 1401804 w 1402126"/>
              <a:gd name="connsiteY1" fmla="*/ 1160 h 477399"/>
              <a:gd name="connsiteX2" fmla="*/ 1401902 w 1402126"/>
              <a:gd name="connsiteY2" fmla="*/ 255906 h 477399"/>
              <a:gd name="connsiteX3" fmla="*/ 0 w 1402126"/>
              <a:gd name="connsiteY3" fmla="*/ 477399 h 477399"/>
              <a:gd name="connsiteX4" fmla="*/ 406017 w 1402126"/>
              <a:gd name="connsiteY4" fmla="*/ 0 h 477399"/>
              <a:gd name="connsiteX0" fmla="*/ 205928 w 1202037"/>
              <a:gd name="connsiteY0" fmla="*/ 0 h 255906"/>
              <a:gd name="connsiteX1" fmla="*/ 1201715 w 1202037"/>
              <a:gd name="connsiteY1" fmla="*/ 1160 h 255906"/>
              <a:gd name="connsiteX2" fmla="*/ 1201813 w 1202037"/>
              <a:gd name="connsiteY2" fmla="*/ 255906 h 255906"/>
              <a:gd name="connsiteX3" fmla="*/ 0 w 1202037"/>
              <a:gd name="connsiteY3" fmla="*/ 240133 h 255906"/>
              <a:gd name="connsiteX4" fmla="*/ 205928 w 1202037"/>
              <a:gd name="connsiteY4" fmla="*/ 0 h 255906"/>
              <a:gd name="connsiteX0" fmla="*/ 212181 w 1208290"/>
              <a:gd name="connsiteY0" fmla="*/ 0 h 255906"/>
              <a:gd name="connsiteX1" fmla="*/ 1207968 w 1208290"/>
              <a:gd name="connsiteY1" fmla="*/ 1160 h 255906"/>
              <a:gd name="connsiteX2" fmla="*/ 1208066 w 1208290"/>
              <a:gd name="connsiteY2" fmla="*/ 255906 h 255906"/>
              <a:gd name="connsiteX3" fmla="*/ 0 w 1208290"/>
              <a:gd name="connsiteY3" fmla="*/ 252301 h 255906"/>
              <a:gd name="connsiteX4" fmla="*/ 212181 w 1208290"/>
              <a:gd name="connsiteY4" fmla="*/ 0 h 2559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08290" h="255906">
                <a:moveTo>
                  <a:pt x="212181" y="0"/>
                </a:moveTo>
                <a:lnTo>
                  <a:pt x="1207968" y="1160"/>
                </a:lnTo>
                <a:cubicBezTo>
                  <a:pt x="1209043" y="88103"/>
                  <a:pt x="1206991" y="168963"/>
                  <a:pt x="1208066" y="255906"/>
                </a:cubicBezTo>
                <a:lnTo>
                  <a:pt x="0" y="252301"/>
                </a:lnTo>
                <a:lnTo>
                  <a:pt x="212181" y="0"/>
                </a:lnTo>
                <a:close/>
              </a:path>
            </a:pathLst>
          </a:custGeom>
          <a:solidFill>
            <a:srgbClr val="1845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VN"/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258F2F60-1EC2-5ED2-024D-6CA26C1612BE}"/>
              </a:ext>
            </a:extLst>
          </p:cNvPr>
          <p:cNvCxnSpPr>
            <a:cxnSpLocks/>
          </p:cNvCxnSpPr>
          <p:nvPr/>
        </p:nvCxnSpPr>
        <p:spPr>
          <a:xfrm>
            <a:off x="0" y="6729413"/>
            <a:ext cx="8486775" cy="1587"/>
          </a:xfrm>
          <a:prstGeom prst="line">
            <a:avLst/>
          </a:prstGeom>
          <a:ln w="12700">
            <a:solidFill>
              <a:srgbClr val="18459E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CCFF5F88-ACE0-EA4B-0161-C22275B787FD}"/>
              </a:ext>
            </a:extLst>
          </p:cNvPr>
          <p:cNvCxnSpPr>
            <a:cxnSpLocks/>
          </p:cNvCxnSpPr>
          <p:nvPr/>
        </p:nvCxnSpPr>
        <p:spPr>
          <a:xfrm flipV="1">
            <a:off x="8486775" y="6388100"/>
            <a:ext cx="277813" cy="341313"/>
          </a:xfrm>
          <a:prstGeom prst="line">
            <a:avLst/>
          </a:prstGeom>
          <a:ln w="12700">
            <a:solidFill>
              <a:srgbClr val="18459E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47FE6581-E599-FA7B-5A8F-6CF2A91EB203}"/>
              </a:ext>
            </a:extLst>
          </p:cNvPr>
          <p:cNvCxnSpPr>
            <a:cxnSpLocks/>
          </p:cNvCxnSpPr>
          <p:nvPr/>
        </p:nvCxnSpPr>
        <p:spPr>
          <a:xfrm>
            <a:off x="8764588" y="6388100"/>
            <a:ext cx="3443287" cy="0"/>
          </a:xfrm>
          <a:prstGeom prst="line">
            <a:avLst/>
          </a:prstGeom>
          <a:ln w="12700">
            <a:solidFill>
              <a:srgbClr val="18459E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7" name="Rectangle 16">
            <a:extLst>
              <a:ext uri="{FF2B5EF4-FFF2-40B4-BE49-F238E27FC236}">
                <a16:creationId xmlns:a16="http://schemas.microsoft.com/office/drawing/2014/main" id="{B426E538-0AE1-57B7-DE9D-34C76F4267AD}"/>
              </a:ext>
            </a:extLst>
          </p:cNvPr>
          <p:cNvSpPr/>
          <p:nvPr/>
        </p:nvSpPr>
        <p:spPr>
          <a:xfrm>
            <a:off x="8521700" y="6497638"/>
            <a:ext cx="3686175" cy="376237"/>
          </a:xfrm>
          <a:custGeom>
            <a:avLst/>
            <a:gdLst>
              <a:gd name="connsiteX0" fmla="*/ 0 w 2523344"/>
              <a:gd name="connsiteY0" fmla="*/ 0 h 482600"/>
              <a:gd name="connsiteX1" fmla="*/ 2523344 w 2523344"/>
              <a:gd name="connsiteY1" fmla="*/ 0 h 482600"/>
              <a:gd name="connsiteX2" fmla="*/ 2523344 w 2523344"/>
              <a:gd name="connsiteY2" fmla="*/ 482600 h 482600"/>
              <a:gd name="connsiteX3" fmla="*/ 0 w 2523344"/>
              <a:gd name="connsiteY3" fmla="*/ 482600 h 482600"/>
              <a:gd name="connsiteX4" fmla="*/ 0 w 2523344"/>
              <a:gd name="connsiteY4" fmla="*/ 0 h 482600"/>
              <a:gd name="connsiteX0" fmla="*/ 524655 w 2523344"/>
              <a:gd name="connsiteY0" fmla="*/ 14990 h 482600"/>
              <a:gd name="connsiteX1" fmla="*/ 2523344 w 2523344"/>
              <a:gd name="connsiteY1" fmla="*/ 0 h 482600"/>
              <a:gd name="connsiteX2" fmla="*/ 2523344 w 2523344"/>
              <a:gd name="connsiteY2" fmla="*/ 482600 h 482600"/>
              <a:gd name="connsiteX3" fmla="*/ 0 w 2523344"/>
              <a:gd name="connsiteY3" fmla="*/ 482600 h 482600"/>
              <a:gd name="connsiteX4" fmla="*/ 524655 w 2523344"/>
              <a:gd name="connsiteY4" fmla="*/ 14990 h 482600"/>
              <a:gd name="connsiteX0" fmla="*/ 404734 w 2523344"/>
              <a:gd name="connsiteY0" fmla="*/ 44971 h 482600"/>
              <a:gd name="connsiteX1" fmla="*/ 2523344 w 2523344"/>
              <a:gd name="connsiteY1" fmla="*/ 0 h 482600"/>
              <a:gd name="connsiteX2" fmla="*/ 2523344 w 2523344"/>
              <a:gd name="connsiteY2" fmla="*/ 482600 h 482600"/>
              <a:gd name="connsiteX3" fmla="*/ 0 w 2523344"/>
              <a:gd name="connsiteY3" fmla="*/ 482600 h 482600"/>
              <a:gd name="connsiteX4" fmla="*/ 404734 w 2523344"/>
              <a:gd name="connsiteY4" fmla="*/ 44971 h 482600"/>
              <a:gd name="connsiteX0" fmla="*/ 404734 w 2523344"/>
              <a:gd name="connsiteY0" fmla="*/ 0 h 482600"/>
              <a:gd name="connsiteX1" fmla="*/ 2523344 w 2523344"/>
              <a:gd name="connsiteY1" fmla="*/ 0 h 482600"/>
              <a:gd name="connsiteX2" fmla="*/ 2523344 w 2523344"/>
              <a:gd name="connsiteY2" fmla="*/ 482600 h 482600"/>
              <a:gd name="connsiteX3" fmla="*/ 0 w 2523344"/>
              <a:gd name="connsiteY3" fmla="*/ 482600 h 482600"/>
              <a:gd name="connsiteX4" fmla="*/ 404734 w 2523344"/>
              <a:gd name="connsiteY4" fmla="*/ 0 h 482600"/>
              <a:gd name="connsiteX0" fmla="*/ 493662 w 2523344"/>
              <a:gd name="connsiteY0" fmla="*/ 10816 h 482600"/>
              <a:gd name="connsiteX1" fmla="*/ 2523344 w 2523344"/>
              <a:gd name="connsiteY1" fmla="*/ 0 h 482600"/>
              <a:gd name="connsiteX2" fmla="*/ 2523344 w 2523344"/>
              <a:gd name="connsiteY2" fmla="*/ 482600 h 482600"/>
              <a:gd name="connsiteX3" fmla="*/ 0 w 2523344"/>
              <a:gd name="connsiteY3" fmla="*/ 482600 h 482600"/>
              <a:gd name="connsiteX4" fmla="*/ 493662 w 2523344"/>
              <a:gd name="connsiteY4" fmla="*/ 10816 h 482600"/>
              <a:gd name="connsiteX0" fmla="*/ 371386 w 2523344"/>
              <a:gd name="connsiteY0" fmla="*/ 10816 h 482600"/>
              <a:gd name="connsiteX1" fmla="*/ 2523344 w 2523344"/>
              <a:gd name="connsiteY1" fmla="*/ 0 h 482600"/>
              <a:gd name="connsiteX2" fmla="*/ 2523344 w 2523344"/>
              <a:gd name="connsiteY2" fmla="*/ 482600 h 482600"/>
              <a:gd name="connsiteX3" fmla="*/ 0 w 2523344"/>
              <a:gd name="connsiteY3" fmla="*/ 482600 h 482600"/>
              <a:gd name="connsiteX4" fmla="*/ 371386 w 2523344"/>
              <a:gd name="connsiteY4" fmla="*/ 10816 h 482600"/>
              <a:gd name="connsiteX0" fmla="*/ 406017 w 2557975"/>
              <a:gd name="connsiteY0" fmla="*/ 10816 h 488215"/>
              <a:gd name="connsiteX1" fmla="*/ 2557975 w 2557975"/>
              <a:gd name="connsiteY1" fmla="*/ 0 h 488215"/>
              <a:gd name="connsiteX2" fmla="*/ 2557975 w 2557975"/>
              <a:gd name="connsiteY2" fmla="*/ 482600 h 488215"/>
              <a:gd name="connsiteX3" fmla="*/ 0 w 2557975"/>
              <a:gd name="connsiteY3" fmla="*/ 488215 h 488215"/>
              <a:gd name="connsiteX4" fmla="*/ 406017 w 2557975"/>
              <a:gd name="connsiteY4" fmla="*/ 10816 h 488215"/>
              <a:gd name="connsiteX0" fmla="*/ 406017 w 4108665"/>
              <a:gd name="connsiteY0" fmla="*/ 10816 h 488215"/>
              <a:gd name="connsiteX1" fmla="*/ 2557975 w 4108665"/>
              <a:gd name="connsiteY1" fmla="*/ 0 h 488215"/>
              <a:gd name="connsiteX2" fmla="*/ 4108665 w 4108665"/>
              <a:gd name="connsiteY2" fmla="*/ 482600 h 488215"/>
              <a:gd name="connsiteX3" fmla="*/ 0 w 4108665"/>
              <a:gd name="connsiteY3" fmla="*/ 488215 h 488215"/>
              <a:gd name="connsiteX4" fmla="*/ 406017 w 4108665"/>
              <a:gd name="connsiteY4" fmla="*/ 10816 h 488215"/>
              <a:gd name="connsiteX0" fmla="*/ 406017 w 4108665"/>
              <a:gd name="connsiteY0" fmla="*/ 10816 h 488215"/>
              <a:gd name="connsiteX1" fmla="*/ 4108665 w 4108665"/>
              <a:gd name="connsiteY1" fmla="*/ 0 h 488215"/>
              <a:gd name="connsiteX2" fmla="*/ 4108665 w 4108665"/>
              <a:gd name="connsiteY2" fmla="*/ 482600 h 488215"/>
              <a:gd name="connsiteX3" fmla="*/ 0 w 4108665"/>
              <a:gd name="connsiteY3" fmla="*/ 488215 h 488215"/>
              <a:gd name="connsiteX4" fmla="*/ 406017 w 4108665"/>
              <a:gd name="connsiteY4" fmla="*/ 10816 h 488215"/>
              <a:gd name="connsiteX0" fmla="*/ 406017 w 4108665"/>
              <a:gd name="connsiteY0" fmla="*/ 0 h 477399"/>
              <a:gd name="connsiteX1" fmla="*/ 4108665 w 4108665"/>
              <a:gd name="connsiteY1" fmla="*/ 13519 h 477399"/>
              <a:gd name="connsiteX2" fmla="*/ 4108665 w 4108665"/>
              <a:gd name="connsiteY2" fmla="*/ 471784 h 477399"/>
              <a:gd name="connsiteX3" fmla="*/ 0 w 4108665"/>
              <a:gd name="connsiteY3" fmla="*/ 477399 h 477399"/>
              <a:gd name="connsiteX4" fmla="*/ 406017 w 4108665"/>
              <a:gd name="connsiteY4" fmla="*/ 0 h 477399"/>
              <a:gd name="connsiteX0" fmla="*/ 289036 w 3991684"/>
              <a:gd name="connsiteY0" fmla="*/ 0 h 471784"/>
              <a:gd name="connsiteX1" fmla="*/ 3991684 w 3991684"/>
              <a:gd name="connsiteY1" fmla="*/ 13519 h 471784"/>
              <a:gd name="connsiteX2" fmla="*/ 3991684 w 3991684"/>
              <a:gd name="connsiteY2" fmla="*/ 471784 h 471784"/>
              <a:gd name="connsiteX3" fmla="*/ 0 w 3991684"/>
              <a:gd name="connsiteY3" fmla="*/ 356682 h 471784"/>
              <a:gd name="connsiteX4" fmla="*/ 289036 w 3991684"/>
              <a:gd name="connsiteY4" fmla="*/ 0 h 471784"/>
              <a:gd name="connsiteX0" fmla="*/ 274856 w 3977504"/>
              <a:gd name="connsiteY0" fmla="*/ 0 h 471784"/>
              <a:gd name="connsiteX1" fmla="*/ 3977504 w 3977504"/>
              <a:gd name="connsiteY1" fmla="*/ 13519 h 471784"/>
              <a:gd name="connsiteX2" fmla="*/ 3977504 w 3977504"/>
              <a:gd name="connsiteY2" fmla="*/ 471784 h 471784"/>
              <a:gd name="connsiteX3" fmla="*/ 0 w 3977504"/>
              <a:gd name="connsiteY3" fmla="*/ 360131 h 471784"/>
              <a:gd name="connsiteX4" fmla="*/ 274856 w 3977504"/>
              <a:gd name="connsiteY4" fmla="*/ 0 h 471784"/>
              <a:gd name="connsiteX0" fmla="*/ 292580 w 3995228"/>
              <a:gd name="connsiteY0" fmla="*/ 0 h 471784"/>
              <a:gd name="connsiteX1" fmla="*/ 3995228 w 3995228"/>
              <a:gd name="connsiteY1" fmla="*/ 13519 h 471784"/>
              <a:gd name="connsiteX2" fmla="*/ 3995228 w 3995228"/>
              <a:gd name="connsiteY2" fmla="*/ 471784 h 471784"/>
              <a:gd name="connsiteX3" fmla="*/ 0 w 3995228"/>
              <a:gd name="connsiteY3" fmla="*/ 367029 h 471784"/>
              <a:gd name="connsiteX4" fmla="*/ 292580 w 3995228"/>
              <a:gd name="connsiteY4" fmla="*/ 0 h 471784"/>
              <a:gd name="connsiteX0" fmla="*/ 292580 w 3995228"/>
              <a:gd name="connsiteY0" fmla="*/ 0 h 385558"/>
              <a:gd name="connsiteX1" fmla="*/ 3995228 w 3995228"/>
              <a:gd name="connsiteY1" fmla="*/ 13519 h 385558"/>
              <a:gd name="connsiteX2" fmla="*/ 3662009 w 3995228"/>
              <a:gd name="connsiteY2" fmla="*/ 385558 h 385558"/>
              <a:gd name="connsiteX3" fmla="*/ 0 w 3995228"/>
              <a:gd name="connsiteY3" fmla="*/ 367029 h 385558"/>
              <a:gd name="connsiteX4" fmla="*/ 292580 w 3995228"/>
              <a:gd name="connsiteY4" fmla="*/ 0 h 385558"/>
              <a:gd name="connsiteX0" fmla="*/ 292580 w 3995228"/>
              <a:gd name="connsiteY0" fmla="*/ 0 h 367029"/>
              <a:gd name="connsiteX1" fmla="*/ 3995228 w 3995228"/>
              <a:gd name="connsiteY1" fmla="*/ 13519 h 367029"/>
              <a:gd name="connsiteX2" fmla="*/ 3640740 w 3995228"/>
              <a:gd name="connsiteY2" fmla="*/ 347618 h 367029"/>
              <a:gd name="connsiteX3" fmla="*/ 0 w 3995228"/>
              <a:gd name="connsiteY3" fmla="*/ 367029 h 367029"/>
              <a:gd name="connsiteX4" fmla="*/ 292580 w 3995228"/>
              <a:gd name="connsiteY4" fmla="*/ 0 h 367029"/>
              <a:gd name="connsiteX0" fmla="*/ 292580 w 3995228"/>
              <a:gd name="connsiteY0" fmla="*/ 0 h 367029"/>
              <a:gd name="connsiteX1" fmla="*/ 3995228 w 3995228"/>
              <a:gd name="connsiteY1" fmla="*/ 13519 h 367029"/>
              <a:gd name="connsiteX2" fmla="*/ 3630105 w 3995228"/>
              <a:gd name="connsiteY2" fmla="*/ 213104 h 367029"/>
              <a:gd name="connsiteX3" fmla="*/ 0 w 3995228"/>
              <a:gd name="connsiteY3" fmla="*/ 367029 h 367029"/>
              <a:gd name="connsiteX4" fmla="*/ 292580 w 3995228"/>
              <a:gd name="connsiteY4" fmla="*/ 0 h 367029"/>
              <a:gd name="connsiteX0" fmla="*/ 292580 w 3995228"/>
              <a:gd name="connsiteY0" fmla="*/ 0 h 367029"/>
              <a:gd name="connsiteX1" fmla="*/ 3995228 w 3995228"/>
              <a:gd name="connsiteY1" fmla="*/ 13519 h 367029"/>
              <a:gd name="connsiteX2" fmla="*/ 3615926 w 3995228"/>
              <a:gd name="connsiteY2" fmla="*/ 354515 h 367029"/>
              <a:gd name="connsiteX3" fmla="*/ 0 w 3995228"/>
              <a:gd name="connsiteY3" fmla="*/ 367029 h 367029"/>
              <a:gd name="connsiteX4" fmla="*/ 292580 w 3995228"/>
              <a:gd name="connsiteY4" fmla="*/ 0 h 367029"/>
              <a:gd name="connsiteX0" fmla="*/ 278400 w 3981048"/>
              <a:gd name="connsiteY0" fmla="*/ 0 h 360131"/>
              <a:gd name="connsiteX1" fmla="*/ 3981048 w 3981048"/>
              <a:gd name="connsiteY1" fmla="*/ 13519 h 360131"/>
              <a:gd name="connsiteX2" fmla="*/ 3601746 w 3981048"/>
              <a:gd name="connsiteY2" fmla="*/ 354515 h 360131"/>
              <a:gd name="connsiteX3" fmla="*/ 0 w 3981048"/>
              <a:gd name="connsiteY3" fmla="*/ 360131 h 360131"/>
              <a:gd name="connsiteX4" fmla="*/ 278400 w 3981048"/>
              <a:gd name="connsiteY4" fmla="*/ 0 h 360131"/>
              <a:gd name="connsiteX0" fmla="*/ 285490 w 3988138"/>
              <a:gd name="connsiteY0" fmla="*/ 0 h 360131"/>
              <a:gd name="connsiteX1" fmla="*/ 3988138 w 3988138"/>
              <a:gd name="connsiteY1" fmla="*/ 13519 h 360131"/>
              <a:gd name="connsiteX2" fmla="*/ 3608836 w 3988138"/>
              <a:gd name="connsiteY2" fmla="*/ 354515 h 360131"/>
              <a:gd name="connsiteX3" fmla="*/ 0 w 3988138"/>
              <a:gd name="connsiteY3" fmla="*/ 360131 h 360131"/>
              <a:gd name="connsiteX4" fmla="*/ 285490 w 3988138"/>
              <a:gd name="connsiteY4" fmla="*/ 0 h 360131"/>
              <a:gd name="connsiteX0" fmla="*/ 299670 w 4002318"/>
              <a:gd name="connsiteY0" fmla="*/ 0 h 360131"/>
              <a:gd name="connsiteX1" fmla="*/ 4002318 w 4002318"/>
              <a:gd name="connsiteY1" fmla="*/ 13519 h 360131"/>
              <a:gd name="connsiteX2" fmla="*/ 3623016 w 4002318"/>
              <a:gd name="connsiteY2" fmla="*/ 354515 h 360131"/>
              <a:gd name="connsiteX3" fmla="*/ 0 w 4002318"/>
              <a:gd name="connsiteY3" fmla="*/ 360131 h 360131"/>
              <a:gd name="connsiteX4" fmla="*/ 299670 w 4002318"/>
              <a:gd name="connsiteY4" fmla="*/ 0 h 360131"/>
              <a:gd name="connsiteX0" fmla="*/ 299670 w 3623016"/>
              <a:gd name="connsiteY0" fmla="*/ 0 h 360131"/>
              <a:gd name="connsiteX1" fmla="*/ 3615926 w 3623016"/>
              <a:gd name="connsiteY1" fmla="*/ 10070 h 360131"/>
              <a:gd name="connsiteX2" fmla="*/ 3623016 w 3623016"/>
              <a:gd name="connsiteY2" fmla="*/ 354515 h 360131"/>
              <a:gd name="connsiteX3" fmla="*/ 0 w 3623016"/>
              <a:gd name="connsiteY3" fmla="*/ 360131 h 360131"/>
              <a:gd name="connsiteX4" fmla="*/ 299670 w 3623016"/>
              <a:gd name="connsiteY4" fmla="*/ 0 h 360131"/>
              <a:gd name="connsiteX0" fmla="*/ 299670 w 3630106"/>
              <a:gd name="connsiteY0" fmla="*/ 277 h 360408"/>
              <a:gd name="connsiteX1" fmla="*/ 3630106 w 3630106"/>
              <a:gd name="connsiteY1" fmla="*/ 0 h 360408"/>
              <a:gd name="connsiteX2" fmla="*/ 3623016 w 3630106"/>
              <a:gd name="connsiteY2" fmla="*/ 354792 h 360408"/>
              <a:gd name="connsiteX3" fmla="*/ 0 w 3630106"/>
              <a:gd name="connsiteY3" fmla="*/ 360408 h 360408"/>
              <a:gd name="connsiteX4" fmla="*/ 299670 w 3630106"/>
              <a:gd name="connsiteY4" fmla="*/ 277 h 3604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30106" h="360408">
                <a:moveTo>
                  <a:pt x="299670" y="277"/>
                </a:moveTo>
                <a:lnTo>
                  <a:pt x="3630106" y="0"/>
                </a:lnTo>
                <a:lnTo>
                  <a:pt x="3623016" y="354792"/>
                </a:lnTo>
                <a:lnTo>
                  <a:pt x="0" y="360408"/>
                </a:lnTo>
                <a:lnTo>
                  <a:pt x="299670" y="277"/>
                </a:lnTo>
                <a:close/>
              </a:path>
            </a:pathLst>
          </a:custGeom>
          <a:solidFill>
            <a:srgbClr val="EF68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V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66" name="Rectangle 18">
            <a:extLst>
              <a:ext uri="{FF2B5EF4-FFF2-40B4-BE49-F238E27FC236}">
                <a16:creationId xmlns:a16="http://schemas.microsoft.com/office/drawing/2014/main" id="{C6016595-308B-F9C0-BB22-A77991B8AA2E}"/>
              </a:ext>
            </a:extLst>
          </p:cNvPr>
          <p:cNvGrpSpPr>
            <a:grpSpLocks/>
          </p:cNvGrpSpPr>
          <p:nvPr/>
        </p:nvGrpSpPr>
        <p:grpSpPr bwMode="auto">
          <a:xfrm>
            <a:off x="6096000" y="546100"/>
            <a:ext cx="5740400" cy="2882900"/>
            <a:chOff x="3840" y="344"/>
            <a:chExt cx="3616" cy="1816"/>
          </a:xfrm>
        </p:grpSpPr>
        <p:pic>
          <p:nvPicPr>
            <p:cNvPr id="11280" name="Rectangle 18">
              <a:extLst>
                <a:ext uri="{FF2B5EF4-FFF2-40B4-BE49-F238E27FC236}">
                  <a16:creationId xmlns:a16="http://schemas.microsoft.com/office/drawing/2014/main" id="{E1752E9F-B38B-609C-5069-0ECA3081EB03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40" y="344"/>
              <a:ext cx="3616" cy="1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281" name="Text Box 2">
              <a:extLst>
                <a:ext uri="{FF2B5EF4-FFF2-40B4-BE49-F238E27FC236}">
                  <a16:creationId xmlns:a16="http://schemas.microsoft.com/office/drawing/2014/main" id="{B9CEAE3E-7FF4-FAA8-9555-9C973465A9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4" y="349"/>
              <a:ext cx="3610" cy="18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vi-VN" altLang="en-US" sz="18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</p:grp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3376248-15C2-AA8A-C7A0-6BA4FE44755A}"/>
              </a:ext>
            </a:extLst>
          </p:cNvPr>
          <p:cNvCxnSpPr>
            <a:cxnSpLocks/>
          </p:cNvCxnSpPr>
          <p:nvPr/>
        </p:nvCxnSpPr>
        <p:spPr>
          <a:xfrm>
            <a:off x="3233738" y="422275"/>
            <a:ext cx="8593137" cy="0"/>
          </a:xfrm>
          <a:prstGeom prst="line">
            <a:avLst/>
          </a:prstGeom>
          <a:ln w="12700">
            <a:solidFill>
              <a:srgbClr val="EF6822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268" name="Title 1">
            <a:extLst>
              <a:ext uri="{FF2B5EF4-FFF2-40B4-BE49-F238E27FC236}">
                <a16:creationId xmlns:a16="http://schemas.microsoft.com/office/drawing/2014/main" id="{00AB5D9C-80CE-9D41-2187-2DE755C7A6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8288" y="1104900"/>
            <a:ext cx="5167312" cy="373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rgbClr val="18459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 is to create a natural</a:t>
            </a:r>
          </a:p>
        </p:txBody>
      </p:sp>
      <p:grpSp>
        <p:nvGrpSpPr>
          <p:cNvPr id="11269" name="Rectangle 1">
            <a:extLst>
              <a:ext uri="{FF2B5EF4-FFF2-40B4-BE49-F238E27FC236}">
                <a16:creationId xmlns:a16="http://schemas.microsoft.com/office/drawing/2014/main" id="{E9D0EC92-777C-46A0-D531-43BB14D17C36}"/>
              </a:ext>
            </a:extLst>
          </p:cNvPr>
          <p:cNvGrpSpPr>
            <a:grpSpLocks/>
          </p:cNvGrpSpPr>
          <p:nvPr/>
        </p:nvGrpSpPr>
        <p:grpSpPr bwMode="auto">
          <a:xfrm>
            <a:off x="368300" y="3429000"/>
            <a:ext cx="5740400" cy="3098800"/>
            <a:chOff x="232" y="2160"/>
            <a:chExt cx="3616" cy="1952"/>
          </a:xfrm>
        </p:grpSpPr>
        <p:pic>
          <p:nvPicPr>
            <p:cNvPr id="11278" name="Rectangle 1">
              <a:extLst>
                <a:ext uri="{FF2B5EF4-FFF2-40B4-BE49-F238E27FC236}">
                  <a16:creationId xmlns:a16="http://schemas.microsoft.com/office/drawing/2014/main" id="{4F2F4F40-05D2-7D7F-8524-82E853A02FF0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2" y="2160"/>
              <a:ext cx="3616" cy="19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279" name="Text Box 7">
              <a:extLst>
                <a:ext uri="{FF2B5EF4-FFF2-40B4-BE49-F238E27FC236}">
                  <a16:creationId xmlns:a16="http://schemas.microsoft.com/office/drawing/2014/main" id="{2FAA9543-2968-D399-F070-69B24F5539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4" y="2160"/>
              <a:ext cx="3610" cy="19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vi-VN" altLang="en-US" sz="18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0FD2F3A9-9A31-2643-BECF-40E4CBFB40CF}"/>
              </a:ext>
            </a:extLst>
          </p:cNvPr>
          <p:cNvSpPr txBox="1"/>
          <p:nvPr/>
        </p:nvSpPr>
        <p:spPr>
          <a:xfrm>
            <a:off x="273050" y="1477963"/>
            <a:ext cx="5651500" cy="14732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lnSpc>
                <a:spcPct val="135000"/>
              </a:lnSpc>
              <a:spcBef>
                <a:spcPts val="125"/>
              </a:spcBef>
              <a:spcAft>
                <a:spcPts val="125"/>
              </a:spcAft>
              <a:defRPr/>
            </a:pPr>
            <a:r>
              <a:rPr lang="en-US" sz="1350">
                <a:latin typeface="Arial" panose="020B0604020202020204" pitchFamily="34" charset="0"/>
                <a:cs typeface="Arial" panose="020B0604020202020204" pitchFamily="34" charset="0"/>
              </a:rPr>
              <a:t>Lorem ipsum dolor sit </a:t>
            </a:r>
            <a:r>
              <a:rPr lang="en-US" sz="1350" err="1"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en-US" sz="135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350" err="1">
                <a:latin typeface="Arial" panose="020B0604020202020204" pitchFamily="34" charset="0"/>
                <a:cs typeface="Arial" panose="020B0604020202020204" pitchFamily="34" charset="0"/>
              </a:rPr>
              <a:t>consectetur</a:t>
            </a:r>
            <a:r>
              <a:rPr lang="en-US" sz="135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350" err="1">
                <a:latin typeface="Arial" panose="020B0604020202020204" pitchFamily="34" charset="0"/>
                <a:cs typeface="Arial" panose="020B0604020202020204" pitchFamily="34" charset="0"/>
              </a:rPr>
              <a:t>adipiscing</a:t>
            </a:r>
            <a:r>
              <a:rPr lang="en-US" sz="135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350" err="1">
                <a:latin typeface="Arial" panose="020B0604020202020204" pitchFamily="34" charset="0"/>
                <a:cs typeface="Arial" panose="020B0604020202020204" pitchFamily="34" charset="0"/>
              </a:rPr>
              <a:t>elit</a:t>
            </a:r>
            <a:r>
              <a:rPr lang="en-US" sz="1350">
                <a:latin typeface="Arial" panose="020B0604020202020204" pitchFamily="34" charset="0"/>
                <a:cs typeface="Arial" panose="020B0604020202020204" pitchFamily="34" charset="0"/>
              </a:rPr>
              <a:t>. Sed sit </a:t>
            </a:r>
            <a:r>
              <a:rPr lang="en-US" sz="1350" err="1"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en-US" sz="135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350" err="1">
                <a:latin typeface="Arial" panose="020B0604020202020204" pitchFamily="34" charset="0"/>
                <a:cs typeface="Arial" panose="020B0604020202020204" pitchFamily="34" charset="0"/>
              </a:rPr>
              <a:t>aliquet</a:t>
            </a:r>
            <a:r>
              <a:rPr lang="en-US" sz="135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350" err="1">
                <a:latin typeface="Arial" panose="020B0604020202020204" pitchFamily="34" charset="0"/>
                <a:cs typeface="Arial" panose="020B0604020202020204" pitchFamily="34" charset="0"/>
              </a:rPr>
              <a:t>justo</a:t>
            </a:r>
            <a:r>
              <a:rPr lang="en-US" sz="135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350" err="1">
                <a:latin typeface="Arial" panose="020B0604020202020204" pitchFamily="34" charset="0"/>
                <a:cs typeface="Arial" panose="020B0604020202020204" pitchFamily="34" charset="0"/>
              </a:rPr>
              <a:t>quis</a:t>
            </a:r>
            <a:r>
              <a:rPr lang="en-US" sz="135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350" err="1">
                <a:latin typeface="Arial" panose="020B0604020202020204" pitchFamily="34" charset="0"/>
                <a:cs typeface="Arial" panose="020B0604020202020204" pitchFamily="34" charset="0"/>
              </a:rPr>
              <a:t>faucibus</a:t>
            </a:r>
            <a:r>
              <a:rPr lang="en-US" sz="135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350" err="1">
                <a:latin typeface="Arial" panose="020B0604020202020204" pitchFamily="34" charset="0"/>
                <a:cs typeface="Arial" panose="020B0604020202020204" pitchFamily="34" charset="0"/>
              </a:rPr>
              <a:t>arcu</a:t>
            </a:r>
            <a:r>
              <a:rPr lang="en-US" sz="1350">
                <a:latin typeface="Arial" panose="020B0604020202020204" pitchFamily="34" charset="0"/>
                <a:cs typeface="Arial" panose="020B0604020202020204" pitchFamily="34" charset="0"/>
              </a:rPr>
              <a:t>. Donec a </a:t>
            </a:r>
            <a:r>
              <a:rPr lang="en-US" sz="1350" err="1">
                <a:latin typeface="Arial" panose="020B0604020202020204" pitchFamily="34" charset="0"/>
                <a:cs typeface="Arial" panose="020B0604020202020204" pitchFamily="34" charset="0"/>
              </a:rPr>
              <a:t>eleifend</a:t>
            </a:r>
            <a:r>
              <a:rPr lang="en-US" sz="135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350" err="1">
                <a:latin typeface="Arial" panose="020B0604020202020204" pitchFamily="34" charset="0"/>
                <a:cs typeface="Arial" panose="020B0604020202020204" pitchFamily="34" charset="0"/>
              </a:rPr>
              <a:t>elit</a:t>
            </a:r>
            <a:r>
              <a:rPr lang="en-US" sz="135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350" err="1">
                <a:latin typeface="Arial" panose="020B0604020202020204" pitchFamily="34" charset="0"/>
                <a:cs typeface="Arial" panose="020B0604020202020204" pitchFamily="34" charset="0"/>
              </a:rPr>
              <a:t>eu</a:t>
            </a:r>
            <a:r>
              <a:rPr lang="en-US" sz="135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350" err="1">
                <a:latin typeface="Arial" panose="020B0604020202020204" pitchFamily="34" charset="0"/>
                <a:cs typeface="Arial" panose="020B0604020202020204" pitchFamily="34" charset="0"/>
              </a:rPr>
              <a:t>tincidunt</a:t>
            </a:r>
            <a:r>
              <a:rPr lang="en-US" sz="135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350" err="1">
                <a:latin typeface="Arial" panose="020B0604020202020204" pitchFamily="34" charset="0"/>
                <a:cs typeface="Arial" panose="020B0604020202020204" pitchFamily="34" charset="0"/>
              </a:rPr>
              <a:t>leo</a:t>
            </a:r>
            <a:r>
              <a:rPr lang="en-US" sz="135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1350" err="1">
                <a:latin typeface="Arial" panose="020B0604020202020204" pitchFamily="34" charset="0"/>
                <a:cs typeface="Arial" panose="020B0604020202020204" pitchFamily="34" charset="0"/>
              </a:rPr>
              <a:t>Quisque</a:t>
            </a:r>
            <a:r>
              <a:rPr lang="en-US" sz="135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350" err="1">
                <a:latin typeface="Arial" panose="020B0604020202020204" pitchFamily="34" charset="0"/>
                <a:cs typeface="Arial" panose="020B0604020202020204" pitchFamily="34" charset="0"/>
              </a:rPr>
              <a:t>quis</a:t>
            </a:r>
            <a:r>
              <a:rPr lang="en-US" sz="135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350" err="1">
                <a:latin typeface="Arial" panose="020B0604020202020204" pitchFamily="34" charset="0"/>
                <a:cs typeface="Arial" panose="020B0604020202020204" pitchFamily="34" charset="0"/>
              </a:rPr>
              <a:t>lectus</a:t>
            </a:r>
            <a:r>
              <a:rPr lang="en-US" sz="135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350" err="1">
                <a:latin typeface="Arial" panose="020B0604020202020204" pitchFamily="34" charset="0"/>
                <a:cs typeface="Arial" panose="020B0604020202020204" pitchFamily="34" charset="0"/>
              </a:rPr>
              <a:t>pellentesque</a:t>
            </a:r>
            <a:r>
              <a:rPr lang="en-US" sz="135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350" err="1">
                <a:latin typeface="Arial" panose="020B0604020202020204" pitchFamily="34" charset="0"/>
                <a:cs typeface="Arial" panose="020B0604020202020204" pitchFamily="34" charset="0"/>
              </a:rPr>
              <a:t>pellentesque</a:t>
            </a:r>
            <a:r>
              <a:rPr lang="en-US" sz="135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350" err="1">
                <a:latin typeface="Arial" panose="020B0604020202020204" pitchFamily="34" charset="0"/>
                <a:cs typeface="Arial" panose="020B0604020202020204" pitchFamily="34" charset="0"/>
              </a:rPr>
              <a:t>sem</a:t>
            </a:r>
            <a:r>
              <a:rPr lang="en-US" sz="135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350" err="1">
                <a:latin typeface="Arial" panose="020B0604020202020204" pitchFamily="34" charset="0"/>
                <a:cs typeface="Arial" panose="020B0604020202020204" pitchFamily="34" charset="0"/>
              </a:rPr>
              <a:t>euismod</a:t>
            </a:r>
            <a:r>
              <a:rPr lang="en-US" sz="135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350" err="1">
                <a:latin typeface="Arial" panose="020B0604020202020204" pitchFamily="34" charset="0"/>
                <a:cs typeface="Arial" panose="020B0604020202020204" pitchFamily="34" charset="0"/>
              </a:rPr>
              <a:t>aliquet</a:t>
            </a:r>
            <a:r>
              <a:rPr lang="en-US" sz="135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350" err="1">
                <a:latin typeface="Arial" panose="020B0604020202020204" pitchFamily="34" charset="0"/>
                <a:cs typeface="Arial" panose="020B0604020202020204" pitchFamily="34" charset="0"/>
              </a:rPr>
              <a:t>metus</a:t>
            </a:r>
            <a:r>
              <a:rPr lang="en-US" sz="1350">
                <a:latin typeface="Arial" panose="020B0604020202020204" pitchFamily="34" charset="0"/>
                <a:cs typeface="Arial" panose="020B0604020202020204" pitchFamily="34" charset="0"/>
              </a:rPr>
              <a:t>. Vestibulum ante ipsum </a:t>
            </a:r>
            <a:r>
              <a:rPr lang="en-US" sz="1350" err="1">
                <a:latin typeface="Arial" panose="020B0604020202020204" pitchFamily="34" charset="0"/>
                <a:cs typeface="Arial" panose="020B0604020202020204" pitchFamily="34" charset="0"/>
              </a:rPr>
              <a:t>primis</a:t>
            </a:r>
            <a:r>
              <a:rPr lang="en-US" sz="1350">
                <a:latin typeface="Arial" panose="020B0604020202020204" pitchFamily="34" charset="0"/>
                <a:cs typeface="Arial" panose="020B0604020202020204" pitchFamily="34" charset="0"/>
              </a:rPr>
              <a:t> in </a:t>
            </a:r>
            <a:r>
              <a:rPr lang="en-US" sz="1350" err="1">
                <a:latin typeface="Arial" panose="020B0604020202020204" pitchFamily="34" charset="0"/>
                <a:cs typeface="Arial" panose="020B0604020202020204" pitchFamily="34" charset="0"/>
              </a:rPr>
              <a:t>faucibus</a:t>
            </a:r>
            <a:r>
              <a:rPr lang="en-US" sz="135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350" err="1">
                <a:latin typeface="Arial" panose="020B0604020202020204" pitchFamily="34" charset="0"/>
                <a:cs typeface="Arial" panose="020B0604020202020204" pitchFamily="34" charset="0"/>
              </a:rPr>
              <a:t>orci</a:t>
            </a:r>
            <a:r>
              <a:rPr lang="en-US" sz="135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350" err="1">
                <a:latin typeface="Arial" panose="020B0604020202020204" pitchFamily="34" charset="0"/>
                <a:cs typeface="Arial" panose="020B0604020202020204" pitchFamily="34" charset="0"/>
              </a:rPr>
              <a:t>luctus</a:t>
            </a:r>
            <a:r>
              <a:rPr lang="en-US" sz="1350">
                <a:latin typeface="Arial" panose="020B0604020202020204" pitchFamily="34" charset="0"/>
                <a:cs typeface="Arial" panose="020B0604020202020204" pitchFamily="34" charset="0"/>
              </a:rPr>
              <a:t> et </a:t>
            </a:r>
            <a:r>
              <a:rPr lang="en-US" sz="1350" err="1">
                <a:latin typeface="Arial" panose="020B0604020202020204" pitchFamily="34" charset="0"/>
                <a:cs typeface="Arial" panose="020B0604020202020204" pitchFamily="34" charset="0"/>
              </a:rPr>
              <a:t>ultrices</a:t>
            </a:r>
            <a:r>
              <a:rPr lang="en-US" sz="135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350" err="1">
                <a:latin typeface="Arial" panose="020B0604020202020204" pitchFamily="34" charset="0"/>
                <a:cs typeface="Arial" panose="020B0604020202020204" pitchFamily="34" charset="0"/>
              </a:rPr>
              <a:t>posuere</a:t>
            </a:r>
            <a:r>
              <a:rPr lang="en-US" sz="135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350" err="1">
                <a:latin typeface="Arial" panose="020B0604020202020204" pitchFamily="34" charset="0"/>
                <a:cs typeface="Arial" panose="020B0604020202020204" pitchFamily="34" charset="0"/>
              </a:rPr>
              <a:t>cubilia</a:t>
            </a:r>
            <a:r>
              <a:rPr lang="en-US" sz="135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350" err="1">
                <a:latin typeface="Arial" panose="020B0604020202020204" pitchFamily="34" charset="0"/>
                <a:cs typeface="Arial" panose="020B0604020202020204" pitchFamily="34" charset="0"/>
              </a:rPr>
              <a:t>curae</a:t>
            </a:r>
            <a:r>
              <a:rPr lang="en-US" sz="1350">
                <a:latin typeface="Arial" panose="020B0604020202020204" pitchFamily="34" charset="0"/>
                <a:cs typeface="Arial" panose="020B0604020202020204" pitchFamily="34" charset="0"/>
              </a:rPr>
              <a:t>; Cras id </a:t>
            </a:r>
            <a:r>
              <a:rPr lang="en-US" sz="1350" err="1">
                <a:latin typeface="Arial" panose="020B0604020202020204" pitchFamily="34" charset="0"/>
                <a:cs typeface="Arial" panose="020B0604020202020204" pitchFamily="34" charset="0"/>
              </a:rPr>
              <a:t>scelerisque</a:t>
            </a:r>
            <a:r>
              <a:rPr lang="en-US" sz="135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350" err="1">
                <a:latin typeface="Arial" panose="020B0604020202020204" pitchFamily="34" charset="0"/>
                <a:cs typeface="Arial" panose="020B0604020202020204" pitchFamily="34" charset="0"/>
              </a:rPr>
              <a:t>elit</a:t>
            </a:r>
            <a:r>
              <a:rPr lang="en-US" sz="1350">
                <a:latin typeface="Arial" panose="020B0604020202020204" pitchFamily="34" charset="0"/>
                <a:cs typeface="Arial" panose="020B0604020202020204" pitchFamily="34" charset="0"/>
              </a:rPr>
              <a:t>, sed auctor nisi.</a:t>
            </a:r>
            <a:endParaRPr lang="en-VN" sz="1350">
              <a:solidFill>
                <a:schemeClr val="bg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5B3F39A-F4B6-777E-ED38-EFF678D0402C}"/>
              </a:ext>
            </a:extLst>
          </p:cNvPr>
          <p:cNvSpPr txBox="1"/>
          <p:nvPr/>
        </p:nvSpPr>
        <p:spPr>
          <a:xfrm>
            <a:off x="268288" y="223838"/>
            <a:ext cx="3738562" cy="3079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125"/>
              </a:spcBef>
              <a:spcAft>
                <a:spcPts val="125"/>
              </a:spcAft>
              <a:defRPr/>
            </a:pPr>
            <a:r>
              <a:rPr lang="en-US" sz="1400">
                <a:solidFill>
                  <a:schemeClr val="bg2">
                    <a:lumMod val="50000"/>
                  </a:schemeClr>
                </a:solidFill>
                <a:latin typeface="Helvetica" pitchFamily="2" charset="0"/>
                <a:cs typeface="Arial" panose="020B0604020202020204" pitchFamily="34" charset="0"/>
              </a:rPr>
              <a:t>Lorem ipsum is to create a natural</a:t>
            </a:r>
            <a:endParaRPr lang="en-VN" sz="1400">
              <a:solidFill>
                <a:schemeClr val="bg2">
                  <a:lumMod val="50000"/>
                </a:schemeClr>
              </a:solidFill>
              <a:latin typeface="Helvetica Light" panose="020B0403020202020204" pitchFamily="34" charset="0"/>
            </a:endParaRPr>
          </a:p>
        </p:txBody>
      </p:sp>
      <p:sp>
        <p:nvSpPr>
          <p:cNvPr id="11272" name="Title 1">
            <a:extLst>
              <a:ext uri="{FF2B5EF4-FFF2-40B4-BE49-F238E27FC236}">
                <a16:creationId xmlns:a16="http://schemas.microsoft.com/office/drawing/2014/main" id="{D38E5C05-AD13-EC70-F931-D6114272EB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05538" y="4210050"/>
            <a:ext cx="5167312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rgbClr val="18459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 is to create a natural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DCB36B8-D31A-4E7E-CBAF-4C544CBB9CFA}"/>
              </a:ext>
            </a:extLst>
          </p:cNvPr>
          <p:cNvSpPr txBox="1"/>
          <p:nvPr/>
        </p:nvSpPr>
        <p:spPr>
          <a:xfrm>
            <a:off x="6210300" y="4581525"/>
            <a:ext cx="5822950" cy="11922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lnSpc>
                <a:spcPct val="135000"/>
              </a:lnSpc>
              <a:spcBef>
                <a:spcPts val="125"/>
              </a:spcBef>
              <a:spcAft>
                <a:spcPts val="125"/>
              </a:spcAft>
              <a:defRPr/>
            </a:pPr>
            <a:r>
              <a:rPr lang="en-US" sz="1350">
                <a:latin typeface="Arial" panose="020B0604020202020204" pitchFamily="34" charset="0"/>
                <a:cs typeface="Arial" panose="020B0604020202020204" pitchFamily="34" charset="0"/>
              </a:rPr>
              <a:t>Proin at </a:t>
            </a:r>
            <a:r>
              <a:rPr lang="en-US" sz="1350" err="1">
                <a:latin typeface="Arial" panose="020B0604020202020204" pitchFamily="34" charset="0"/>
                <a:cs typeface="Arial" panose="020B0604020202020204" pitchFamily="34" charset="0"/>
              </a:rPr>
              <a:t>elementum</a:t>
            </a:r>
            <a:r>
              <a:rPr lang="en-US" sz="1350">
                <a:latin typeface="Arial" panose="020B0604020202020204" pitchFamily="34" charset="0"/>
                <a:cs typeface="Arial" panose="020B0604020202020204" pitchFamily="34" charset="0"/>
              </a:rPr>
              <a:t> ligula, </a:t>
            </a:r>
            <a:r>
              <a:rPr lang="en-US" sz="1350" err="1">
                <a:latin typeface="Arial" panose="020B0604020202020204" pitchFamily="34" charset="0"/>
                <a:cs typeface="Arial" panose="020B0604020202020204" pitchFamily="34" charset="0"/>
              </a:rPr>
              <a:t>ut</a:t>
            </a:r>
            <a:r>
              <a:rPr lang="en-US" sz="135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350" err="1">
                <a:latin typeface="Arial" panose="020B0604020202020204" pitchFamily="34" charset="0"/>
                <a:cs typeface="Arial" panose="020B0604020202020204" pitchFamily="34" charset="0"/>
              </a:rPr>
              <a:t>finibus</a:t>
            </a:r>
            <a:r>
              <a:rPr lang="en-US" sz="135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350" err="1">
                <a:latin typeface="Arial" panose="020B0604020202020204" pitchFamily="34" charset="0"/>
                <a:cs typeface="Arial" panose="020B0604020202020204" pitchFamily="34" charset="0"/>
              </a:rPr>
              <a:t>arcu</a:t>
            </a:r>
            <a:r>
              <a:rPr lang="en-US" sz="1350">
                <a:latin typeface="Arial" panose="020B0604020202020204" pitchFamily="34" charset="0"/>
                <a:cs typeface="Arial" panose="020B0604020202020204" pitchFamily="34" charset="0"/>
              </a:rPr>
              <a:t>. Cras </a:t>
            </a:r>
            <a:r>
              <a:rPr lang="en-US" sz="1350" err="1">
                <a:latin typeface="Arial" panose="020B0604020202020204" pitchFamily="34" charset="0"/>
                <a:cs typeface="Arial" panose="020B0604020202020204" pitchFamily="34" charset="0"/>
              </a:rPr>
              <a:t>nibh</a:t>
            </a:r>
            <a:r>
              <a:rPr lang="en-US" sz="135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350" err="1">
                <a:latin typeface="Arial" panose="020B0604020202020204" pitchFamily="34" charset="0"/>
                <a:cs typeface="Arial" panose="020B0604020202020204" pitchFamily="34" charset="0"/>
              </a:rPr>
              <a:t>enim</a:t>
            </a:r>
            <a:r>
              <a:rPr lang="en-US" sz="135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350" err="1">
                <a:latin typeface="Arial" panose="020B0604020202020204" pitchFamily="34" charset="0"/>
                <a:cs typeface="Arial" panose="020B0604020202020204" pitchFamily="34" charset="0"/>
              </a:rPr>
              <a:t>facilisis</a:t>
            </a:r>
            <a:r>
              <a:rPr lang="en-US" sz="135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350" err="1">
                <a:latin typeface="Arial" panose="020B0604020202020204" pitchFamily="34" charset="0"/>
                <a:cs typeface="Arial" panose="020B0604020202020204" pitchFamily="34" charset="0"/>
              </a:rPr>
              <a:t>quis</a:t>
            </a:r>
            <a:r>
              <a:rPr lang="en-US" sz="135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350" err="1">
                <a:latin typeface="Arial" panose="020B0604020202020204" pitchFamily="34" charset="0"/>
                <a:cs typeface="Arial" panose="020B0604020202020204" pitchFamily="34" charset="0"/>
              </a:rPr>
              <a:t>sodales</a:t>
            </a:r>
            <a:r>
              <a:rPr lang="en-US" sz="135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350" err="1">
                <a:latin typeface="Arial" panose="020B0604020202020204" pitchFamily="34" charset="0"/>
                <a:cs typeface="Arial" panose="020B0604020202020204" pitchFamily="34" charset="0"/>
              </a:rPr>
              <a:t>pellentesque</a:t>
            </a:r>
            <a:r>
              <a:rPr lang="en-US" sz="135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350" err="1">
                <a:latin typeface="Arial" panose="020B0604020202020204" pitchFamily="34" charset="0"/>
                <a:cs typeface="Arial" panose="020B0604020202020204" pitchFamily="34" charset="0"/>
              </a:rPr>
              <a:t>sagittis</a:t>
            </a:r>
            <a:r>
              <a:rPr lang="en-US" sz="1350">
                <a:latin typeface="Arial" panose="020B0604020202020204" pitchFamily="34" charset="0"/>
                <a:cs typeface="Arial" panose="020B0604020202020204" pitchFamily="34" charset="0"/>
              </a:rPr>
              <a:t> et mi. Proin </a:t>
            </a:r>
            <a:r>
              <a:rPr lang="en-US" sz="1350" err="1">
                <a:latin typeface="Arial" panose="020B0604020202020204" pitchFamily="34" charset="0"/>
                <a:cs typeface="Arial" panose="020B0604020202020204" pitchFamily="34" charset="0"/>
              </a:rPr>
              <a:t>ut</a:t>
            </a:r>
            <a:r>
              <a:rPr lang="en-US" sz="1350">
                <a:latin typeface="Arial" panose="020B0604020202020204" pitchFamily="34" charset="0"/>
                <a:cs typeface="Arial" panose="020B0604020202020204" pitchFamily="34" charset="0"/>
              </a:rPr>
              <a:t> vestibulum ex, vel </a:t>
            </a:r>
            <a:r>
              <a:rPr lang="en-US" sz="1350" err="1">
                <a:latin typeface="Arial" panose="020B0604020202020204" pitchFamily="34" charset="0"/>
                <a:cs typeface="Arial" panose="020B0604020202020204" pitchFamily="34" charset="0"/>
              </a:rPr>
              <a:t>sagittis</a:t>
            </a:r>
            <a:r>
              <a:rPr lang="en-US" sz="135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350" err="1">
                <a:latin typeface="Arial" panose="020B0604020202020204" pitchFamily="34" charset="0"/>
                <a:cs typeface="Arial" panose="020B0604020202020204" pitchFamily="34" charset="0"/>
              </a:rPr>
              <a:t>leo</a:t>
            </a:r>
            <a:r>
              <a:rPr lang="en-US" sz="1350">
                <a:latin typeface="Arial" panose="020B0604020202020204" pitchFamily="34" charset="0"/>
                <a:cs typeface="Arial" panose="020B0604020202020204" pitchFamily="34" charset="0"/>
              </a:rPr>
              <a:t>. In in </a:t>
            </a:r>
            <a:r>
              <a:rPr lang="en-US" sz="1350" err="1">
                <a:latin typeface="Arial" panose="020B0604020202020204" pitchFamily="34" charset="0"/>
                <a:cs typeface="Arial" panose="020B0604020202020204" pitchFamily="34" charset="0"/>
              </a:rPr>
              <a:t>ornare</a:t>
            </a:r>
            <a:r>
              <a:rPr lang="en-US" sz="135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350" err="1">
                <a:latin typeface="Arial" panose="020B0604020202020204" pitchFamily="34" charset="0"/>
                <a:cs typeface="Arial" panose="020B0604020202020204" pitchFamily="34" charset="0"/>
              </a:rPr>
              <a:t>sapien</a:t>
            </a:r>
            <a:r>
              <a:rPr lang="en-US" sz="1350">
                <a:latin typeface="Arial" panose="020B0604020202020204" pitchFamily="34" charset="0"/>
                <a:cs typeface="Arial" panose="020B0604020202020204" pitchFamily="34" charset="0"/>
              </a:rPr>
              <a:t>, id </a:t>
            </a:r>
            <a:r>
              <a:rPr lang="en-US" sz="1350" err="1">
                <a:latin typeface="Arial" panose="020B0604020202020204" pitchFamily="34" charset="0"/>
                <a:cs typeface="Arial" panose="020B0604020202020204" pitchFamily="34" charset="0"/>
              </a:rPr>
              <a:t>rutrum</a:t>
            </a:r>
            <a:r>
              <a:rPr lang="en-US" sz="135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350" err="1">
                <a:latin typeface="Arial" panose="020B0604020202020204" pitchFamily="34" charset="0"/>
                <a:cs typeface="Arial" panose="020B0604020202020204" pitchFamily="34" charset="0"/>
              </a:rPr>
              <a:t>mauris</a:t>
            </a:r>
            <a:r>
              <a:rPr lang="en-US" sz="135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1350" err="1">
                <a:latin typeface="Arial" panose="020B0604020202020204" pitchFamily="34" charset="0"/>
                <a:cs typeface="Arial" panose="020B0604020202020204" pitchFamily="34" charset="0"/>
              </a:rPr>
              <a:t>Etiam</a:t>
            </a:r>
            <a:r>
              <a:rPr lang="en-US" sz="1350">
                <a:latin typeface="Arial" panose="020B0604020202020204" pitchFamily="34" charset="0"/>
                <a:cs typeface="Arial" panose="020B0604020202020204" pitchFamily="34" charset="0"/>
              </a:rPr>
              <a:t> sed fermentum eros. Nunc vitae </a:t>
            </a:r>
            <a:r>
              <a:rPr lang="en-US" sz="1350" err="1">
                <a:latin typeface="Arial" panose="020B0604020202020204" pitchFamily="34" charset="0"/>
                <a:cs typeface="Arial" panose="020B0604020202020204" pitchFamily="34" charset="0"/>
              </a:rPr>
              <a:t>vulputate</a:t>
            </a:r>
            <a:r>
              <a:rPr lang="en-US" sz="1350">
                <a:latin typeface="Arial" panose="020B0604020202020204" pitchFamily="34" charset="0"/>
                <a:cs typeface="Arial" panose="020B0604020202020204" pitchFamily="34" charset="0"/>
              </a:rPr>
              <a:t> lorem. Aenean at </a:t>
            </a:r>
            <a:r>
              <a:rPr lang="en-US" sz="1350" err="1">
                <a:latin typeface="Arial" panose="020B0604020202020204" pitchFamily="34" charset="0"/>
                <a:cs typeface="Arial" panose="020B0604020202020204" pitchFamily="34" charset="0"/>
              </a:rPr>
              <a:t>luctus</a:t>
            </a:r>
            <a:r>
              <a:rPr lang="en-US" sz="1350">
                <a:latin typeface="Arial" panose="020B0604020202020204" pitchFamily="34" charset="0"/>
                <a:cs typeface="Arial" panose="020B0604020202020204" pitchFamily="34" charset="0"/>
              </a:rPr>
              <a:t> eros.</a:t>
            </a:r>
            <a:endParaRPr lang="en-VN" sz="1350">
              <a:solidFill>
                <a:schemeClr val="bg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425905A-BBF3-28E3-BBA3-238E476C7F5C}"/>
              </a:ext>
            </a:extLst>
          </p:cNvPr>
          <p:cNvCxnSpPr>
            <a:cxnSpLocks/>
          </p:cNvCxnSpPr>
          <p:nvPr/>
        </p:nvCxnSpPr>
        <p:spPr>
          <a:xfrm>
            <a:off x="0" y="6729413"/>
            <a:ext cx="8486775" cy="1587"/>
          </a:xfrm>
          <a:prstGeom prst="line">
            <a:avLst/>
          </a:prstGeom>
          <a:ln w="12700">
            <a:solidFill>
              <a:srgbClr val="18459E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44BE67C-982E-5313-2EF1-7FBE73CE2D62}"/>
              </a:ext>
            </a:extLst>
          </p:cNvPr>
          <p:cNvCxnSpPr>
            <a:cxnSpLocks/>
          </p:cNvCxnSpPr>
          <p:nvPr/>
        </p:nvCxnSpPr>
        <p:spPr>
          <a:xfrm flipV="1">
            <a:off x="8486775" y="6388100"/>
            <a:ext cx="277813" cy="341313"/>
          </a:xfrm>
          <a:prstGeom prst="line">
            <a:avLst/>
          </a:prstGeom>
          <a:ln w="12700">
            <a:solidFill>
              <a:srgbClr val="18459E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556DD8D-B3A1-D5C8-3C25-05CDC420E249}"/>
              </a:ext>
            </a:extLst>
          </p:cNvPr>
          <p:cNvCxnSpPr>
            <a:cxnSpLocks/>
          </p:cNvCxnSpPr>
          <p:nvPr/>
        </p:nvCxnSpPr>
        <p:spPr>
          <a:xfrm>
            <a:off x="8764588" y="6388100"/>
            <a:ext cx="3443287" cy="0"/>
          </a:xfrm>
          <a:prstGeom prst="line">
            <a:avLst/>
          </a:prstGeom>
          <a:ln w="12700">
            <a:solidFill>
              <a:srgbClr val="18459E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5" name="Rectangle 16">
            <a:extLst>
              <a:ext uri="{FF2B5EF4-FFF2-40B4-BE49-F238E27FC236}">
                <a16:creationId xmlns:a16="http://schemas.microsoft.com/office/drawing/2014/main" id="{3C223A25-E177-4A97-9D78-9D9B768352BC}"/>
              </a:ext>
            </a:extLst>
          </p:cNvPr>
          <p:cNvSpPr/>
          <p:nvPr/>
        </p:nvSpPr>
        <p:spPr>
          <a:xfrm>
            <a:off x="8521700" y="6497638"/>
            <a:ext cx="3686175" cy="376237"/>
          </a:xfrm>
          <a:custGeom>
            <a:avLst/>
            <a:gdLst>
              <a:gd name="connsiteX0" fmla="*/ 0 w 2523344"/>
              <a:gd name="connsiteY0" fmla="*/ 0 h 482600"/>
              <a:gd name="connsiteX1" fmla="*/ 2523344 w 2523344"/>
              <a:gd name="connsiteY1" fmla="*/ 0 h 482600"/>
              <a:gd name="connsiteX2" fmla="*/ 2523344 w 2523344"/>
              <a:gd name="connsiteY2" fmla="*/ 482600 h 482600"/>
              <a:gd name="connsiteX3" fmla="*/ 0 w 2523344"/>
              <a:gd name="connsiteY3" fmla="*/ 482600 h 482600"/>
              <a:gd name="connsiteX4" fmla="*/ 0 w 2523344"/>
              <a:gd name="connsiteY4" fmla="*/ 0 h 482600"/>
              <a:gd name="connsiteX0" fmla="*/ 524655 w 2523344"/>
              <a:gd name="connsiteY0" fmla="*/ 14990 h 482600"/>
              <a:gd name="connsiteX1" fmla="*/ 2523344 w 2523344"/>
              <a:gd name="connsiteY1" fmla="*/ 0 h 482600"/>
              <a:gd name="connsiteX2" fmla="*/ 2523344 w 2523344"/>
              <a:gd name="connsiteY2" fmla="*/ 482600 h 482600"/>
              <a:gd name="connsiteX3" fmla="*/ 0 w 2523344"/>
              <a:gd name="connsiteY3" fmla="*/ 482600 h 482600"/>
              <a:gd name="connsiteX4" fmla="*/ 524655 w 2523344"/>
              <a:gd name="connsiteY4" fmla="*/ 14990 h 482600"/>
              <a:gd name="connsiteX0" fmla="*/ 404734 w 2523344"/>
              <a:gd name="connsiteY0" fmla="*/ 44971 h 482600"/>
              <a:gd name="connsiteX1" fmla="*/ 2523344 w 2523344"/>
              <a:gd name="connsiteY1" fmla="*/ 0 h 482600"/>
              <a:gd name="connsiteX2" fmla="*/ 2523344 w 2523344"/>
              <a:gd name="connsiteY2" fmla="*/ 482600 h 482600"/>
              <a:gd name="connsiteX3" fmla="*/ 0 w 2523344"/>
              <a:gd name="connsiteY3" fmla="*/ 482600 h 482600"/>
              <a:gd name="connsiteX4" fmla="*/ 404734 w 2523344"/>
              <a:gd name="connsiteY4" fmla="*/ 44971 h 482600"/>
              <a:gd name="connsiteX0" fmla="*/ 404734 w 2523344"/>
              <a:gd name="connsiteY0" fmla="*/ 0 h 482600"/>
              <a:gd name="connsiteX1" fmla="*/ 2523344 w 2523344"/>
              <a:gd name="connsiteY1" fmla="*/ 0 h 482600"/>
              <a:gd name="connsiteX2" fmla="*/ 2523344 w 2523344"/>
              <a:gd name="connsiteY2" fmla="*/ 482600 h 482600"/>
              <a:gd name="connsiteX3" fmla="*/ 0 w 2523344"/>
              <a:gd name="connsiteY3" fmla="*/ 482600 h 482600"/>
              <a:gd name="connsiteX4" fmla="*/ 404734 w 2523344"/>
              <a:gd name="connsiteY4" fmla="*/ 0 h 482600"/>
              <a:gd name="connsiteX0" fmla="*/ 493662 w 2523344"/>
              <a:gd name="connsiteY0" fmla="*/ 10816 h 482600"/>
              <a:gd name="connsiteX1" fmla="*/ 2523344 w 2523344"/>
              <a:gd name="connsiteY1" fmla="*/ 0 h 482600"/>
              <a:gd name="connsiteX2" fmla="*/ 2523344 w 2523344"/>
              <a:gd name="connsiteY2" fmla="*/ 482600 h 482600"/>
              <a:gd name="connsiteX3" fmla="*/ 0 w 2523344"/>
              <a:gd name="connsiteY3" fmla="*/ 482600 h 482600"/>
              <a:gd name="connsiteX4" fmla="*/ 493662 w 2523344"/>
              <a:gd name="connsiteY4" fmla="*/ 10816 h 482600"/>
              <a:gd name="connsiteX0" fmla="*/ 371386 w 2523344"/>
              <a:gd name="connsiteY0" fmla="*/ 10816 h 482600"/>
              <a:gd name="connsiteX1" fmla="*/ 2523344 w 2523344"/>
              <a:gd name="connsiteY1" fmla="*/ 0 h 482600"/>
              <a:gd name="connsiteX2" fmla="*/ 2523344 w 2523344"/>
              <a:gd name="connsiteY2" fmla="*/ 482600 h 482600"/>
              <a:gd name="connsiteX3" fmla="*/ 0 w 2523344"/>
              <a:gd name="connsiteY3" fmla="*/ 482600 h 482600"/>
              <a:gd name="connsiteX4" fmla="*/ 371386 w 2523344"/>
              <a:gd name="connsiteY4" fmla="*/ 10816 h 482600"/>
              <a:gd name="connsiteX0" fmla="*/ 406017 w 2557975"/>
              <a:gd name="connsiteY0" fmla="*/ 10816 h 488215"/>
              <a:gd name="connsiteX1" fmla="*/ 2557975 w 2557975"/>
              <a:gd name="connsiteY1" fmla="*/ 0 h 488215"/>
              <a:gd name="connsiteX2" fmla="*/ 2557975 w 2557975"/>
              <a:gd name="connsiteY2" fmla="*/ 482600 h 488215"/>
              <a:gd name="connsiteX3" fmla="*/ 0 w 2557975"/>
              <a:gd name="connsiteY3" fmla="*/ 488215 h 488215"/>
              <a:gd name="connsiteX4" fmla="*/ 406017 w 2557975"/>
              <a:gd name="connsiteY4" fmla="*/ 10816 h 488215"/>
              <a:gd name="connsiteX0" fmla="*/ 406017 w 4108665"/>
              <a:gd name="connsiteY0" fmla="*/ 10816 h 488215"/>
              <a:gd name="connsiteX1" fmla="*/ 2557975 w 4108665"/>
              <a:gd name="connsiteY1" fmla="*/ 0 h 488215"/>
              <a:gd name="connsiteX2" fmla="*/ 4108665 w 4108665"/>
              <a:gd name="connsiteY2" fmla="*/ 482600 h 488215"/>
              <a:gd name="connsiteX3" fmla="*/ 0 w 4108665"/>
              <a:gd name="connsiteY3" fmla="*/ 488215 h 488215"/>
              <a:gd name="connsiteX4" fmla="*/ 406017 w 4108665"/>
              <a:gd name="connsiteY4" fmla="*/ 10816 h 488215"/>
              <a:gd name="connsiteX0" fmla="*/ 406017 w 4108665"/>
              <a:gd name="connsiteY0" fmla="*/ 10816 h 488215"/>
              <a:gd name="connsiteX1" fmla="*/ 4108665 w 4108665"/>
              <a:gd name="connsiteY1" fmla="*/ 0 h 488215"/>
              <a:gd name="connsiteX2" fmla="*/ 4108665 w 4108665"/>
              <a:gd name="connsiteY2" fmla="*/ 482600 h 488215"/>
              <a:gd name="connsiteX3" fmla="*/ 0 w 4108665"/>
              <a:gd name="connsiteY3" fmla="*/ 488215 h 488215"/>
              <a:gd name="connsiteX4" fmla="*/ 406017 w 4108665"/>
              <a:gd name="connsiteY4" fmla="*/ 10816 h 488215"/>
              <a:gd name="connsiteX0" fmla="*/ 406017 w 4108665"/>
              <a:gd name="connsiteY0" fmla="*/ 0 h 477399"/>
              <a:gd name="connsiteX1" fmla="*/ 4108665 w 4108665"/>
              <a:gd name="connsiteY1" fmla="*/ 13519 h 477399"/>
              <a:gd name="connsiteX2" fmla="*/ 4108665 w 4108665"/>
              <a:gd name="connsiteY2" fmla="*/ 471784 h 477399"/>
              <a:gd name="connsiteX3" fmla="*/ 0 w 4108665"/>
              <a:gd name="connsiteY3" fmla="*/ 477399 h 477399"/>
              <a:gd name="connsiteX4" fmla="*/ 406017 w 4108665"/>
              <a:gd name="connsiteY4" fmla="*/ 0 h 477399"/>
              <a:gd name="connsiteX0" fmla="*/ 289036 w 3991684"/>
              <a:gd name="connsiteY0" fmla="*/ 0 h 471784"/>
              <a:gd name="connsiteX1" fmla="*/ 3991684 w 3991684"/>
              <a:gd name="connsiteY1" fmla="*/ 13519 h 471784"/>
              <a:gd name="connsiteX2" fmla="*/ 3991684 w 3991684"/>
              <a:gd name="connsiteY2" fmla="*/ 471784 h 471784"/>
              <a:gd name="connsiteX3" fmla="*/ 0 w 3991684"/>
              <a:gd name="connsiteY3" fmla="*/ 356682 h 471784"/>
              <a:gd name="connsiteX4" fmla="*/ 289036 w 3991684"/>
              <a:gd name="connsiteY4" fmla="*/ 0 h 471784"/>
              <a:gd name="connsiteX0" fmla="*/ 274856 w 3977504"/>
              <a:gd name="connsiteY0" fmla="*/ 0 h 471784"/>
              <a:gd name="connsiteX1" fmla="*/ 3977504 w 3977504"/>
              <a:gd name="connsiteY1" fmla="*/ 13519 h 471784"/>
              <a:gd name="connsiteX2" fmla="*/ 3977504 w 3977504"/>
              <a:gd name="connsiteY2" fmla="*/ 471784 h 471784"/>
              <a:gd name="connsiteX3" fmla="*/ 0 w 3977504"/>
              <a:gd name="connsiteY3" fmla="*/ 360131 h 471784"/>
              <a:gd name="connsiteX4" fmla="*/ 274856 w 3977504"/>
              <a:gd name="connsiteY4" fmla="*/ 0 h 471784"/>
              <a:gd name="connsiteX0" fmla="*/ 292580 w 3995228"/>
              <a:gd name="connsiteY0" fmla="*/ 0 h 471784"/>
              <a:gd name="connsiteX1" fmla="*/ 3995228 w 3995228"/>
              <a:gd name="connsiteY1" fmla="*/ 13519 h 471784"/>
              <a:gd name="connsiteX2" fmla="*/ 3995228 w 3995228"/>
              <a:gd name="connsiteY2" fmla="*/ 471784 h 471784"/>
              <a:gd name="connsiteX3" fmla="*/ 0 w 3995228"/>
              <a:gd name="connsiteY3" fmla="*/ 367029 h 471784"/>
              <a:gd name="connsiteX4" fmla="*/ 292580 w 3995228"/>
              <a:gd name="connsiteY4" fmla="*/ 0 h 471784"/>
              <a:gd name="connsiteX0" fmla="*/ 292580 w 3995228"/>
              <a:gd name="connsiteY0" fmla="*/ 0 h 385558"/>
              <a:gd name="connsiteX1" fmla="*/ 3995228 w 3995228"/>
              <a:gd name="connsiteY1" fmla="*/ 13519 h 385558"/>
              <a:gd name="connsiteX2" fmla="*/ 3662009 w 3995228"/>
              <a:gd name="connsiteY2" fmla="*/ 385558 h 385558"/>
              <a:gd name="connsiteX3" fmla="*/ 0 w 3995228"/>
              <a:gd name="connsiteY3" fmla="*/ 367029 h 385558"/>
              <a:gd name="connsiteX4" fmla="*/ 292580 w 3995228"/>
              <a:gd name="connsiteY4" fmla="*/ 0 h 385558"/>
              <a:gd name="connsiteX0" fmla="*/ 292580 w 3995228"/>
              <a:gd name="connsiteY0" fmla="*/ 0 h 367029"/>
              <a:gd name="connsiteX1" fmla="*/ 3995228 w 3995228"/>
              <a:gd name="connsiteY1" fmla="*/ 13519 h 367029"/>
              <a:gd name="connsiteX2" fmla="*/ 3640740 w 3995228"/>
              <a:gd name="connsiteY2" fmla="*/ 347618 h 367029"/>
              <a:gd name="connsiteX3" fmla="*/ 0 w 3995228"/>
              <a:gd name="connsiteY3" fmla="*/ 367029 h 367029"/>
              <a:gd name="connsiteX4" fmla="*/ 292580 w 3995228"/>
              <a:gd name="connsiteY4" fmla="*/ 0 h 367029"/>
              <a:gd name="connsiteX0" fmla="*/ 292580 w 3995228"/>
              <a:gd name="connsiteY0" fmla="*/ 0 h 367029"/>
              <a:gd name="connsiteX1" fmla="*/ 3995228 w 3995228"/>
              <a:gd name="connsiteY1" fmla="*/ 13519 h 367029"/>
              <a:gd name="connsiteX2" fmla="*/ 3630105 w 3995228"/>
              <a:gd name="connsiteY2" fmla="*/ 213104 h 367029"/>
              <a:gd name="connsiteX3" fmla="*/ 0 w 3995228"/>
              <a:gd name="connsiteY3" fmla="*/ 367029 h 367029"/>
              <a:gd name="connsiteX4" fmla="*/ 292580 w 3995228"/>
              <a:gd name="connsiteY4" fmla="*/ 0 h 367029"/>
              <a:gd name="connsiteX0" fmla="*/ 292580 w 3995228"/>
              <a:gd name="connsiteY0" fmla="*/ 0 h 367029"/>
              <a:gd name="connsiteX1" fmla="*/ 3995228 w 3995228"/>
              <a:gd name="connsiteY1" fmla="*/ 13519 h 367029"/>
              <a:gd name="connsiteX2" fmla="*/ 3615926 w 3995228"/>
              <a:gd name="connsiteY2" fmla="*/ 354515 h 367029"/>
              <a:gd name="connsiteX3" fmla="*/ 0 w 3995228"/>
              <a:gd name="connsiteY3" fmla="*/ 367029 h 367029"/>
              <a:gd name="connsiteX4" fmla="*/ 292580 w 3995228"/>
              <a:gd name="connsiteY4" fmla="*/ 0 h 367029"/>
              <a:gd name="connsiteX0" fmla="*/ 278400 w 3981048"/>
              <a:gd name="connsiteY0" fmla="*/ 0 h 360131"/>
              <a:gd name="connsiteX1" fmla="*/ 3981048 w 3981048"/>
              <a:gd name="connsiteY1" fmla="*/ 13519 h 360131"/>
              <a:gd name="connsiteX2" fmla="*/ 3601746 w 3981048"/>
              <a:gd name="connsiteY2" fmla="*/ 354515 h 360131"/>
              <a:gd name="connsiteX3" fmla="*/ 0 w 3981048"/>
              <a:gd name="connsiteY3" fmla="*/ 360131 h 360131"/>
              <a:gd name="connsiteX4" fmla="*/ 278400 w 3981048"/>
              <a:gd name="connsiteY4" fmla="*/ 0 h 360131"/>
              <a:gd name="connsiteX0" fmla="*/ 285490 w 3988138"/>
              <a:gd name="connsiteY0" fmla="*/ 0 h 360131"/>
              <a:gd name="connsiteX1" fmla="*/ 3988138 w 3988138"/>
              <a:gd name="connsiteY1" fmla="*/ 13519 h 360131"/>
              <a:gd name="connsiteX2" fmla="*/ 3608836 w 3988138"/>
              <a:gd name="connsiteY2" fmla="*/ 354515 h 360131"/>
              <a:gd name="connsiteX3" fmla="*/ 0 w 3988138"/>
              <a:gd name="connsiteY3" fmla="*/ 360131 h 360131"/>
              <a:gd name="connsiteX4" fmla="*/ 285490 w 3988138"/>
              <a:gd name="connsiteY4" fmla="*/ 0 h 360131"/>
              <a:gd name="connsiteX0" fmla="*/ 299670 w 4002318"/>
              <a:gd name="connsiteY0" fmla="*/ 0 h 360131"/>
              <a:gd name="connsiteX1" fmla="*/ 4002318 w 4002318"/>
              <a:gd name="connsiteY1" fmla="*/ 13519 h 360131"/>
              <a:gd name="connsiteX2" fmla="*/ 3623016 w 4002318"/>
              <a:gd name="connsiteY2" fmla="*/ 354515 h 360131"/>
              <a:gd name="connsiteX3" fmla="*/ 0 w 4002318"/>
              <a:gd name="connsiteY3" fmla="*/ 360131 h 360131"/>
              <a:gd name="connsiteX4" fmla="*/ 299670 w 4002318"/>
              <a:gd name="connsiteY4" fmla="*/ 0 h 360131"/>
              <a:gd name="connsiteX0" fmla="*/ 299670 w 3623016"/>
              <a:gd name="connsiteY0" fmla="*/ 0 h 360131"/>
              <a:gd name="connsiteX1" fmla="*/ 3615926 w 3623016"/>
              <a:gd name="connsiteY1" fmla="*/ 10070 h 360131"/>
              <a:gd name="connsiteX2" fmla="*/ 3623016 w 3623016"/>
              <a:gd name="connsiteY2" fmla="*/ 354515 h 360131"/>
              <a:gd name="connsiteX3" fmla="*/ 0 w 3623016"/>
              <a:gd name="connsiteY3" fmla="*/ 360131 h 360131"/>
              <a:gd name="connsiteX4" fmla="*/ 299670 w 3623016"/>
              <a:gd name="connsiteY4" fmla="*/ 0 h 360131"/>
              <a:gd name="connsiteX0" fmla="*/ 299670 w 3630106"/>
              <a:gd name="connsiteY0" fmla="*/ 277 h 360408"/>
              <a:gd name="connsiteX1" fmla="*/ 3630106 w 3630106"/>
              <a:gd name="connsiteY1" fmla="*/ 0 h 360408"/>
              <a:gd name="connsiteX2" fmla="*/ 3623016 w 3630106"/>
              <a:gd name="connsiteY2" fmla="*/ 354792 h 360408"/>
              <a:gd name="connsiteX3" fmla="*/ 0 w 3630106"/>
              <a:gd name="connsiteY3" fmla="*/ 360408 h 360408"/>
              <a:gd name="connsiteX4" fmla="*/ 299670 w 3630106"/>
              <a:gd name="connsiteY4" fmla="*/ 277 h 3604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30106" h="360408">
                <a:moveTo>
                  <a:pt x="299670" y="277"/>
                </a:moveTo>
                <a:lnTo>
                  <a:pt x="3630106" y="0"/>
                </a:lnTo>
                <a:lnTo>
                  <a:pt x="3623016" y="354792"/>
                </a:lnTo>
                <a:lnTo>
                  <a:pt x="0" y="360408"/>
                </a:lnTo>
                <a:lnTo>
                  <a:pt x="299670" y="277"/>
                </a:lnTo>
                <a:close/>
              </a:path>
            </a:pathLst>
          </a:custGeom>
          <a:solidFill>
            <a:srgbClr val="EF68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VN"/>
          </a:p>
        </p:txBody>
      </p:sp>
      <p:pic>
        <p:nvPicPr>
          <p:cNvPr id="19" name="Google Shape;514;p46">
            <a:extLst>
              <a:ext uri="{FF2B5EF4-FFF2-40B4-BE49-F238E27FC236}">
                <a16:creationId xmlns:a16="http://schemas.microsoft.com/office/drawing/2014/main" id="{17A05CE8-59EE-75E5-8B5F-B26B5EBA7197}"/>
              </a:ext>
            </a:extLst>
          </p:cNvPr>
          <p:cNvPicPr preferRelativeResize="0">
            <a:picLocks/>
          </p:cNvPicPr>
          <p:nvPr/>
        </p:nvPicPr>
        <p:blipFill>
          <a:blip r:embed="rId5"/>
          <a:srcRect t="9423" b="9423"/>
          <a:stretch/>
        </p:blipFill>
        <p:spPr bwMode="auto">
          <a:xfrm>
            <a:off x="378111" y="3434557"/>
            <a:ext cx="5711539" cy="30900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" name="Google Shape;514;p46">
            <a:extLst>
              <a:ext uri="{FF2B5EF4-FFF2-40B4-BE49-F238E27FC236}">
                <a16:creationId xmlns:a16="http://schemas.microsoft.com/office/drawing/2014/main" id="{5EB688D3-307F-2BB8-8AAA-0B741D5A2099}"/>
              </a:ext>
            </a:extLst>
          </p:cNvPr>
          <p:cNvPicPr preferRelativeResize="0">
            <a:picLocks/>
          </p:cNvPicPr>
          <p:nvPr/>
        </p:nvPicPr>
        <p:blipFill>
          <a:blip r:embed="rId6"/>
          <a:srcRect t="12355" b="12355"/>
          <a:stretch/>
        </p:blipFill>
        <p:spPr bwMode="auto">
          <a:xfrm>
            <a:off x="6089650" y="554037"/>
            <a:ext cx="5743575" cy="28829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514;p46">
            <a:extLst>
              <a:ext uri="{FF2B5EF4-FFF2-40B4-BE49-F238E27FC236}">
                <a16:creationId xmlns:a16="http://schemas.microsoft.com/office/drawing/2014/main" id="{24C96817-3ADB-3A9A-85D2-0E7D6EA2A135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2"/>
          <a:srcRect t="-307" r="33200" b="307"/>
          <a:stretch/>
        </p:blipFill>
        <p:spPr bwMode="auto">
          <a:xfrm>
            <a:off x="4514850" y="1377537"/>
            <a:ext cx="3105150" cy="3099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" name="Google Shape;514;p46">
            <a:extLst>
              <a:ext uri="{FF2B5EF4-FFF2-40B4-BE49-F238E27FC236}">
                <a16:creationId xmlns:a16="http://schemas.microsoft.com/office/drawing/2014/main" id="{B484E496-992A-2723-8BD7-6209C8C5A97F}"/>
              </a:ext>
            </a:extLst>
          </p:cNvPr>
          <p:cNvPicPr preferRelativeResize="0">
            <a:picLocks/>
          </p:cNvPicPr>
          <p:nvPr/>
        </p:nvPicPr>
        <p:blipFill>
          <a:blip r:embed="rId3"/>
          <a:srcRect l="17581" r="17581"/>
          <a:stretch/>
        </p:blipFill>
        <p:spPr bwMode="auto">
          <a:xfrm>
            <a:off x="782637" y="1358900"/>
            <a:ext cx="3038475" cy="312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9A038963-134C-40C4-BD8D-DD8CE3AD6181}"/>
              </a:ext>
            </a:extLst>
          </p:cNvPr>
          <p:cNvSpPr/>
          <p:nvPr/>
        </p:nvSpPr>
        <p:spPr>
          <a:xfrm>
            <a:off x="-46038" y="4689475"/>
            <a:ext cx="12292013" cy="2182813"/>
          </a:xfrm>
          <a:prstGeom prst="rect">
            <a:avLst/>
          </a:prstGeom>
          <a:solidFill>
            <a:srgbClr val="EF68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VN"/>
          </a:p>
        </p:txBody>
      </p:sp>
      <p:sp>
        <p:nvSpPr>
          <p:cNvPr id="13315" name="Title 1">
            <a:extLst>
              <a:ext uri="{FF2B5EF4-FFF2-40B4-BE49-F238E27FC236}">
                <a16:creationId xmlns:a16="http://schemas.microsoft.com/office/drawing/2014/main" id="{65B0CAF6-ABC5-0D7C-540B-6A6A5633C1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525" y="804863"/>
            <a:ext cx="6454775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ts val="125"/>
              </a:spcBef>
              <a:spcAft>
                <a:spcPts val="125"/>
              </a:spcAft>
              <a:buFontTx/>
              <a:buNone/>
            </a:pPr>
            <a:r>
              <a:rPr lang="en-US" altLang="en-US" sz="1800" b="1">
                <a:solidFill>
                  <a:srgbClr val="18459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purpose of lorem ipsum is to create a natural 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624E0FC-2800-060E-9D4F-D3EA97D8640B}"/>
              </a:ext>
            </a:extLst>
          </p:cNvPr>
          <p:cNvCxnSpPr>
            <a:cxnSpLocks/>
          </p:cNvCxnSpPr>
          <p:nvPr/>
        </p:nvCxnSpPr>
        <p:spPr>
          <a:xfrm>
            <a:off x="3254375" y="422275"/>
            <a:ext cx="8572500" cy="0"/>
          </a:xfrm>
          <a:prstGeom prst="line">
            <a:avLst/>
          </a:prstGeom>
          <a:ln w="12700">
            <a:solidFill>
              <a:srgbClr val="EF6822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FE26595D-C47E-D9DC-585B-D52EC72DF33A}"/>
              </a:ext>
            </a:extLst>
          </p:cNvPr>
          <p:cNvSpPr txBox="1"/>
          <p:nvPr/>
        </p:nvSpPr>
        <p:spPr>
          <a:xfrm>
            <a:off x="268288" y="223838"/>
            <a:ext cx="3738562" cy="3079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125"/>
              </a:spcBef>
              <a:spcAft>
                <a:spcPts val="125"/>
              </a:spcAft>
              <a:defRPr/>
            </a:pPr>
            <a:r>
              <a:rPr lang="en-US" sz="140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 is to create a natural</a:t>
            </a:r>
            <a:endParaRPr lang="en-VN" sz="1400">
              <a:solidFill>
                <a:schemeClr val="bg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BD0E9DB-2A22-2C18-3BFE-7D5CD9F7D172}"/>
              </a:ext>
            </a:extLst>
          </p:cNvPr>
          <p:cNvSpPr txBox="1"/>
          <p:nvPr/>
        </p:nvSpPr>
        <p:spPr>
          <a:xfrm>
            <a:off x="709613" y="4976813"/>
            <a:ext cx="3359150" cy="146392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3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 dolor sit </a:t>
            </a:r>
            <a:r>
              <a:rPr lang="en-US" sz="135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en-US" sz="13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35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consectetur</a:t>
            </a:r>
            <a:r>
              <a:rPr lang="en-US" sz="13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35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adipiscing</a:t>
            </a:r>
            <a:r>
              <a:rPr lang="en-US" sz="13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35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elit</a:t>
            </a:r>
            <a:r>
              <a:rPr lang="en-US" sz="13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Sed sit </a:t>
            </a:r>
            <a:r>
              <a:rPr lang="en-US" sz="135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en-US" sz="13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35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aliquet</a:t>
            </a:r>
            <a:r>
              <a:rPr lang="en-US" sz="13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35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justo</a:t>
            </a:r>
            <a:r>
              <a:rPr lang="en-US" sz="13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35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quis</a:t>
            </a:r>
            <a:r>
              <a:rPr lang="en-US" sz="13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35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faucibus</a:t>
            </a:r>
            <a:r>
              <a:rPr lang="en-US" sz="13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35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arcu</a:t>
            </a:r>
            <a:r>
              <a:rPr lang="en-US" sz="13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Donec a </a:t>
            </a:r>
            <a:r>
              <a:rPr lang="en-US" sz="135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eleifend</a:t>
            </a:r>
            <a:r>
              <a:rPr lang="en-US" sz="13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35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elit</a:t>
            </a:r>
            <a:r>
              <a:rPr lang="en-US" sz="13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35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eu</a:t>
            </a:r>
            <a:r>
              <a:rPr lang="en-US" sz="13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35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tincidunt</a:t>
            </a:r>
            <a:r>
              <a:rPr lang="en-US" sz="13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35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leo</a:t>
            </a:r>
            <a:r>
              <a:rPr lang="en-US" sz="13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135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Quisque</a:t>
            </a:r>
            <a:r>
              <a:rPr lang="en-US" sz="13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35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quis</a:t>
            </a:r>
            <a:r>
              <a:rPr lang="en-US" sz="13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35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lectus</a:t>
            </a:r>
            <a:r>
              <a:rPr lang="en-US" sz="13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35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pellentesque</a:t>
            </a:r>
            <a:r>
              <a:rPr lang="en-US" sz="13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35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pellentesque</a:t>
            </a:r>
            <a:endParaRPr lang="en-VN" sz="135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17D7CEC-8270-0796-5A13-D73C521F9C90}"/>
              </a:ext>
            </a:extLst>
          </p:cNvPr>
          <p:cNvSpPr txBox="1"/>
          <p:nvPr/>
        </p:nvSpPr>
        <p:spPr>
          <a:xfrm>
            <a:off x="4432300" y="4976813"/>
            <a:ext cx="3359150" cy="146392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3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 dolor sit </a:t>
            </a:r>
            <a:r>
              <a:rPr lang="en-US" sz="135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en-US" sz="13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35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consectetur</a:t>
            </a:r>
            <a:r>
              <a:rPr lang="en-US" sz="13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35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adipiscing</a:t>
            </a:r>
            <a:r>
              <a:rPr lang="en-US" sz="13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35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elit</a:t>
            </a:r>
            <a:r>
              <a:rPr lang="en-US" sz="13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Sed sit </a:t>
            </a:r>
            <a:r>
              <a:rPr lang="en-US" sz="135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en-US" sz="13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35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aliquet</a:t>
            </a:r>
            <a:r>
              <a:rPr lang="en-US" sz="13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35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justo</a:t>
            </a:r>
            <a:r>
              <a:rPr lang="en-US" sz="13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35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quis</a:t>
            </a:r>
            <a:r>
              <a:rPr lang="en-US" sz="13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35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faucibus</a:t>
            </a:r>
            <a:r>
              <a:rPr lang="en-US" sz="13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35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arcu</a:t>
            </a:r>
            <a:r>
              <a:rPr lang="en-US" sz="13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Donec a </a:t>
            </a:r>
            <a:r>
              <a:rPr lang="en-US" sz="135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eleifend</a:t>
            </a:r>
            <a:r>
              <a:rPr lang="en-US" sz="13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35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elit</a:t>
            </a:r>
            <a:r>
              <a:rPr lang="en-US" sz="13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35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eu</a:t>
            </a:r>
            <a:r>
              <a:rPr lang="en-US" sz="13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35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tincidunt</a:t>
            </a:r>
            <a:r>
              <a:rPr lang="en-US" sz="13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35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leo</a:t>
            </a:r>
            <a:r>
              <a:rPr lang="en-US" sz="13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135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Quisque</a:t>
            </a:r>
            <a:r>
              <a:rPr lang="en-US" sz="13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35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quis</a:t>
            </a:r>
            <a:r>
              <a:rPr lang="en-US" sz="13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35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lectus</a:t>
            </a:r>
            <a:r>
              <a:rPr lang="en-US" sz="13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35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pellentesque</a:t>
            </a:r>
            <a:r>
              <a:rPr lang="en-US" sz="13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sem.</a:t>
            </a:r>
            <a:endParaRPr lang="en-VN" sz="135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88CEEDE-EF19-65B4-57EB-074D3BAF6E33}"/>
              </a:ext>
            </a:extLst>
          </p:cNvPr>
          <p:cNvSpPr txBox="1"/>
          <p:nvPr/>
        </p:nvSpPr>
        <p:spPr>
          <a:xfrm>
            <a:off x="8118475" y="4976813"/>
            <a:ext cx="3359150" cy="146392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3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 dolor sit </a:t>
            </a:r>
            <a:r>
              <a:rPr lang="en-US" sz="135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en-US" sz="13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35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consectetur</a:t>
            </a:r>
            <a:r>
              <a:rPr lang="en-US" sz="13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35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adipiscing</a:t>
            </a:r>
            <a:r>
              <a:rPr lang="en-US" sz="13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35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elit</a:t>
            </a:r>
            <a:r>
              <a:rPr lang="en-US" sz="13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Sed sit </a:t>
            </a:r>
            <a:r>
              <a:rPr lang="en-US" sz="135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en-US" sz="13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35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aliquet</a:t>
            </a:r>
            <a:r>
              <a:rPr lang="en-US" sz="13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35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justo</a:t>
            </a:r>
            <a:r>
              <a:rPr lang="en-US" sz="13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35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quis</a:t>
            </a:r>
            <a:r>
              <a:rPr lang="en-US" sz="13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35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faucibus</a:t>
            </a:r>
            <a:r>
              <a:rPr lang="en-US" sz="13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35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arcu</a:t>
            </a:r>
            <a:r>
              <a:rPr lang="en-US" sz="13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Donec a </a:t>
            </a:r>
            <a:r>
              <a:rPr lang="en-US" sz="135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eleifend</a:t>
            </a:r>
            <a:r>
              <a:rPr lang="en-US" sz="13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35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elit</a:t>
            </a:r>
            <a:r>
              <a:rPr lang="en-US" sz="13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35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eu</a:t>
            </a:r>
            <a:r>
              <a:rPr lang="en-US" sz="13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35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tincidunt</a:t>
            </a:r>
            <a:r>
              <a:rPr lang="en-US" sz="13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35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leo</a:t>
            </a:r>
            <a:r>
              <a:rPr lang="en-US" sz="13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135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Quisque</a:t>
            </a:r>
            <a:r>
              <a:rPr lang="en-US" sz="13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35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quis</a:t>
            </a:r>
            <a:r>
              <a:rPr lang="en-US" sz="13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35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lectus</a:t>
            </a:r>
            <a:r>
              <a:rPr lang="en-US" sz="13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35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pellentesque</a:t>
            </a:r>
            <a:r>
              <a:rPr lang="en-US" sz="13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35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pellentesqu</a:t>
            </a:r>
            <a:r>
              <a:rPr lang="en-US" sz="13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VN" sz="135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3323" name="Rectangle 30">
            <a:extLst>
              <a:ext uri="{FF2B5EF4-FFF2-40B4-BE49-F238E27FC236}">
                <a16:creationId xmlns:a16="http://schemas.microsoft.com/office/drawing/2014/main" id="{C60F20A7-CA3C-87CE-1A6B-F86DFFE854A3}"/>
              </a:ext>
            </a:extLst>
          </p:cNvPr>
          <p:cNvGrpSpPr>
            <a:grpSpLocks/>
          </p:cNvGrpSpPr>
          <p:nvPr/>
        </p:nvGrpSpPr>
        <p:grpSpPr bwMode="auto">
          <a:xfrm>
            <a:off x="8229600" y="1371600"/>
            <a:ext cx="3111500" cy="3111500"/>
            <a:chOff x="5184" y="864"/>
            <a:chExt cx="1960" cy="1960"/>
          </a:xfrm>
        </p:grpSpPr>
        <p:pic>
          <p:nvPicPr>
            <p:cNvPr id="13327" name="Rectangle 30">
              <a:extLst>
                <a:ext uri="{FF2B5EF4-FFF2-40B4-BE49-F238E27FC236}">
                  <a16:creationId xmlns:a16="http://schemas.microsoft.com/office/drawing/2014/main" id="{3631E635-80B9-4C6C-6AFD-32A42D4A712C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84" y="864"/>
              <a:ext cx="1960" cy="19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328" name="Text Box 15">
              <a:extLst>
                <a:ext uri="{FF2B5EF4-FFF2-40B4-BE49-F238E27FC236}">
                  <a16:creationId xmlns:a16="http://schemas.microsoft.com/office/drawing/2014/main" id="{563F29B5-6CBE-7DB2-282A-C89FF23722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85" y="864"/>
              <a:ext cx="1956" cy="19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rgbClr val="FFFFFF"/>
                </a:solidFill>
              </a:endParaRPr>
            </a:p>
          </p:txBody>
        </p:sp>
      </p:grpSp>
      <p:sp>
        <p:nvSpPr>
          <p:cNvPr id="14" name="Triangle 13">
            <a:extLst>
              <a:ext uri="{FF2B5EF4-FFF2-40B4-BE49-F238E27FC236}">
                <a16:creationId xmlns:a16="http://schemas.microsoft.com/office/drawing/2014/main" id="{D6E93F80-B596-6871-1F7F-21B801A8329C}"/>
              </a:ext>
            </a:extLst>
          </p:cNvPr>
          <p:cNvSpPr/>
          <p:nvPr/>
        </p:nvSpPr>
        <p:spPr>
          <a:xfrm flipV="1">
            <a:off x="2051050" y="4538663"/>
            <a:ext cx="501650" cy="266700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VN"/>
          </a:p>
        </p:txBody>
      </p:sp>
      <p:sp>
        <p:nvSpPr>
          <p:cNvPr id="32" name="Triangle 31">
            <a:extLst>
              <a:ext uri="{FF2B5EF4-FFF2-40B4-BE49-F238E27FC236}">
                <a16:creationId xmlns:a16="http://schemas.microsoft.com/office/drawing/2014/main" id="{62F41DE4-252E-AC84-8470-D5687C7CC112}"/>
              </a:ext>
            </a:extLst>
          </p:cNvPr>
          <p:cNvSpPr/>
          <p:nvPr/>
        </p:nvSpPr>
        <p:spPr>
          <a:xfrm flipV="1">
            <a:off x="5797550" y="4538663"/>
            <a:ext cx="501650" cy="266700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VN"/>
          </a:p>
        </p:txBody>
      </p:sp>
      <p:sp>
        <p:nvSpPr>
          <p:cNvPr id="33" name="Triangle 32">
            <a:extLst>
              <a:ext uri="{FF2B5EF4-FFF2-40B4-BE49-F238E27FC236}">
                <a16:creationId xmlns:a16="http://schemas.microsoft.com/office/drawing/2014/main" id="{8F6CEBE8-3D96-5AAA-1E7A-E2D159910DFB}"/>
              </a:ext>
            </a:extLst>
          </p:cNvPr>
          <p:cNvSpPr/>
          <p:nvPr/>
        </p:nvSpPr>
        <p:spPr>
          <a:xfrm flipV="1">
            <a:off x="9531350" y="4538663"/>
            <a:ext cx="501650" cy="266700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VN"/>
          </a:p>
        </p:txBody>
      </p:sp>
      <p:pic>
        <p:nvPicPr>
          <p:cNvPr id="24" name="Google Shape;514;p46">
            <a:extLst>
              <a:ext uri="{FF2B5EF4-FFF2-40B4-BE49-F238E27FC236}">
                <a16:creationId xmlns:a16="http://schemas.microsoft.com/office/drawing/2014/main" id="{1141FBC0-E110-14A9-6C8B-4457B716688A}"/>
              </a:ext>
            </a:extLst>
          </p:cNvPr>
          <p:cNvPicPr preferRelativeResize="0">
            <a:picLocks/>
          </p:cNvPicPr>
          <p:nvPr/>
        </p:nvPicPr>
        <p:blipFill>
          <a:blip r:embed="rId5"/>
          <a:srcRect l="16633" r="16633"/>
          <a:stretch/>
        </p:blipFill>
        <p:spPr bwMode="auto">
          <a:xfrm>
            <a:off x="8226426" y="1371600"/>
            <a:ext cx="3114674" cy="311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0">
            <a:extLst>
              <a:ext uri="{FF2B5EF4-FFF2-40B4-BE49-F238E27FC236}">
                <a16:creationId xmlns:a16="http://schemas.microsoft.com/office/drawing/2014/main" id="{08D5ED7E-1407-8D14-44C7-0D2358F44E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63525" y="709613"/>
            <a:ext cx="5538788" cy="501650"/>
          </a:xfrm>
        </p:spPr>
        <p:txBody>
          <a:bodyPr/>
          <a:lstStyle/>
          <a:p>
            <a:pPr eaLnBrk="1" hangingPunct="1"/>
            <a:endParaRPr lang="vi-VN" altLang="en-US" sz="2200" b="1">
              <a:solidFill>
                <a:srgbClr val="EF6822"/>
              </a:solidFill>
              <a:latin typeface="Helvetica" panose="020B0604020202020204" pitchFamily="34" charset="0"/>
            </a:endParaRP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EA7D0299-A0C5-9995-ECBE-F21323D128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63525" y="1449388"/>
            <a:ext cx="7497763" cy="4727575"/>
          </a:xfrm>
        </p:spPr>
        <p:txBody>
          <a:bodyPr rtlCol="0">
            <a:normAutofit/>
          </a:bodyPr>
          <a:lstStyle/>
          <a:p>
            <a:pPr marL="0" indent="0" eaLnBrk="1" fontAlgn="auto" hangingPunct="1">
              <a:lnSpc>
                <a:spcPct val="135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vi-VN" sz="1350">
              <a:latin typeface="Helvetica" pitchFamily="2" charset="0"/>
            </a:endParaRP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CCB334F6-6C05-211A-DB95-482A247AA1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70888" y="333375"/>
            <a:ext cx="3821112" cy="5843588"/>
          </a:xfrm>
        </p:spPr>
        <p:txBody>
          <a:bodyPr rtlCol="0">
            <a:normAutofit/>
          </a:bodyPr>
          <a:lstStyle/>
          <a:p>
            <a:pPr marL="0" indent="0" eaLnBrk="1" fontAlgn="auto" hangingPunct="1">
              <a:lnSpc>
                <a:spcPct val="135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vi-VN" sz="1350">
              <a:latin typeface="Helvetica" pitchFamily="2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4BEC888-F3B7-7401-3796-40DF6EA0BFBE}"/>
              </a:ext>
            </a:extLst>
          </p:cNvPr>
          <p:cNvCxnSpPr>
            <a:cxnSpLocks/>
          </p:cNvCxnSpPr>
          <p:nvPr/>
        </p:nvCxnSpPr>
        <p:spPr>
          <a:xfrm>
            <a:off x="877888" y="158750"/>
            <a:ext cx="11353800" cy="0"/>
          </a:xfrm>
          <a:prstGeom prst="line">
            <a:avLst/>
          </a:prstGeom>
          <a:ln w="12700">
            <a:solidFill>
              <a:srgbClr val="EF6822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Rectangle 16">
            <a:extLst>
              <a:ext uri="{FF2B5EF4-FFF2-40B4-BE49-F238E27FC236}">
                <a16:creationId xmlns:a16="http://schemas.microsoft.com/office/drawing/2014/main" id="{A5204D3F-2DD8-0B04-6D4E-3897BB3C3962}"/>
              </a:ext>
            </a:extLst>
          </p:cNvPr>
          <p:cNvSpPr/>
          <p:nvPr/>
        </p:nvSpPr>
        <p:spPr>
          <a:xfrm flipH="1" flipV="1">
            <a:off x="-14288" y="-15875"/>
            <a:ext cx="1262063" cy="295275"/>
          </a:xfrm>
          <a:custGeom>
            <a:avLst/>
            <a:gdLst>
              <a:gd name="connsiteX0" fmla="*/ 0 w 2523344"/>
              <a:gd name="connsiteY0" fmla="*/ 0 h 482600"/>
              <a:gd name="connsiteX1" fmla="*/ 2523344 w 2523344"/>
              <a:gd name="connsiteY1" fmla="*/ 0 h 482600"/>
              <a:gd name="connsiteX2" fmla="*/ 2523344 w 2523344"/>
              <a:gd name="connsiteY2" fmla="*/ 482600 h 482600"/>
              <a:gd name="connsiteX3" fmla="*/ 0 w 2523344"/>
              <a:gd name="connsiteY3" fmla="*/ 482600 h 482600"/>
              <a:gd name="connsiteX4" fmla="*/ 0 w 2523344"/>
              <a:gd name="connsiteY4" fmla="*/ 0 h 482600"/>
              <a:gd name="connsiteX0" fmla="*/ 524655 w 2523344"/>
              <a:gd name="connsiteY0" fmla="*/ 14990 h 482600"/>
              <a:gd name="connsiteX1" fmla="*/ 2523344 w 2523344"/>
              <a:gd name="connsiteY1" fmla="*/ 0 h 482600"/>
              <a:gd name="connsiteX2" fmla="*/ 2523344 w 2523344"/>
              <a:gd name="connsiteY2" fmla="*/ 482600 h 482600"/>
              <a:gd name="connsiteX3" fmla="*/ 0 w 2523344"/>
              <a:gd name="connsiteY3" fmla="*/ 482600 h 482600"/>
              <a:gd name="connsiteX4" fmla="*/ 524655 w 2523344"/>
              <a:gd name="connsiteY4" fmla="*/ 14990 h 482600"/>
              <a:gd name="connsiteX0" fmla="*/ 404734 w 2523344"/>
              <a:gd name="connsiteY0" fmla="*/ 44971 h 482600"/>
              <a:gd name="connsiteX1" fmla="*/ 2523344 w 2523344"/>
              <a:gd name="connsiteY1" fmla="*/ 0 h 482600"/>
              <a:gd name="connsiteX2" fmla="*/ 2523344 w 2523344"/>
              <a:gd name="connsiteY2" fmla="*/ 482600 h 482600"/>
              <a:gd name="connsiteX3" fmla="*/ 0 w 2523344"/>
              <a:gd name="connsiteY3" fmla="*/ 482600 h 482600"/>
              <a:gd name="connsiteX4" fmla="*/ 404734 w 2523344"/>
              <a:gd name="connsiteY4" fmla="*/ 44971 h 482600"/>
              <a:gd name="connsiteX0" fmla="*/ 404734 w 2523344"/>
              <a:gd name="connsiteY0" fmla="*/ 0 h 482600"/>
              <a:gd name="connsiteX1" fmla="*/ 2523344 w 2523344"/>
              <a:gd name="connsiteY1" fmla="*/ 0 h 482600"/>
              <a:gd name="connsiteX2" fmla="*/ 2523344 w 2523344"/>
              <a:gd name="connsiteY2" fmla="*/ 482600 h 482600"/>
              <a:gd name="connsiteX3" fmla="*/ 0 w 2523344"/>
              <a:gd name="connsiteY3" fmla="*/ 482600 h 482600"/>
              <a:gd name="connsiteX4" fmla="*/ 404734 w 2523344"/>
              <a:gd name="connsiteY4" fmla="*/ 0 h 482600"/>
              <a:gd name="connsiteX0" fmla="*/ 493662 w 2523344"/>
              <a:gd name="connsiteY0" fmla="*/ 10816 h 482600"/>
              <a:gd name="connsiteX1" fmla="*/ 2523344 w 2523344"/>
              <a:gd name="connsiteY1" fmla="*/ 0 h 482600"/>
              <a:gd name="connsiteX2" fmla="*/ 2523344 w 2523344"/>
              <a:gd name="connsiteY2" fmla="*/ 482600 h 482600"/>
              <a:gd name="connsiteX3" fmla="*/ 0 w 2523344"/>
              <a:gd name="connsiteY3" fmla="*/ 482600 h 482600"/>
              <a:gd name="connsiteX4" fmla="*/ 493662 w 2523344"/>
              <a:gd name="connsiteY4" fmla="*/ 10816 h 482600"/>
              <a:gd name="connsiteX0" fmla="*/ 371386 w 2523344"/>
              <a:gd name="connsiteY0" fmla="*/ 10816 h 482600"/>
              <a:gd name="connsiteX1" fmla="*/ 2523344 w 2523344"/>
              <a:gd name="connsiteY1" fmla="*/ 0 h 482600"/>
              <a:gd name="connsiteX2" fmla="*/ 2523344 w 2523344"/>
              <a:gd name="connsiteY2" fmla="*/ 482600 h 482600"/>
              <a:gd name="connsiteX3" fmla="*/ 0 w 2523344"/>
              <a:gd name="connsiteY3" fmla="*/ 482600 h 482600"/>
              <a:gd name="connsiteX4" fmla="*/ 371386 w 2523344"/>
              <a:gd name="connsiteY4" fmla="*/ 10816 h 482600"/>
              <a:gd name="connsiteX0" fmla="*/ 406017 w 2557975"/>
              <a:gd name="connsiteY0" fmla="*/ 10816 h 488215"/>
              <a:gd name="connsiteX1" fmla="*/ 2557975 w 2557975"/>
              <a:gd name="connsiteY1" fmla="*/ 0 h 488215"/>
              <a:gd name="connsiteX2" fmla="*/ 2557975 w 2557975"/>
              <a:gd name="connsiteY2" fmla="*/ 482600 h 488215"/>
              <a:gd name="connsiteX3" fmla="*/ 0 w 2557975"/>
              <a:gd name="connsiteY3" fmla="*/ 488215 h 488215"/>
              <a:gd name="connsiteX4" fmla="*/ 406017 w 2557975"/>
              <a:gd name="connsiteY4" fmla="*/ 10816 h 488215"/>
              <a:gd name="connsiteX0" fmla="*/ 406017 w 4108665"/>
              <a:gd name="connsiteY0" fmla="*/ 10816 h 488215"/>
              <a:gd name="connsiteX1" fmla="*/ 2557975 w 4108665"/>
              <a:gd name="connsiteY1" fmla="*/ 0 h 488215"/>
              <a:gd name="connsiteX2" fmla="*/ 4108665 w 4108665"/>
              <a:gd name="connsiteY2" fmla="*/ 482600 h 488215"/>
              <a:gd name="connsiteX3" fmla="*/ 0 w 4108665"/>
              <a:gd name="connsiteY3" fmla="*/ 488215 h 488215"/>
              <a:gd name="connsiteX4" fmla="*/ 406017 w 4108665"/>
              <a:gd name="connsiteY4" fmla="*/ 10816 h 488215"/>
              <a:gd name="connsiteX0" fmla="*/ 406017 w 4108665"/>
              <a:gd name="connsiteY0" fmla="*/ 10816 h 488215"/>
              <a:gd name="connsiteX1" fmla="*/ 4108665 w 4108665"/>
              <a:gd name="connsiteY1" fmla="*/ 0 h 488215"/>
              <a:gd name="connsiteX2" fmla="*/ 4108665 w 4108665"/>
              <a:gd name="connsiteY2" fmla="*/ 482600 h 488215"/>
              <a:gd name="connsiteX3" fmla="*/ 0 w 4108665"/>
              <a:gd name="connsiteY3" fmla="*/ 488215 h 488215"/>
              <a:gd name="connsiteX4" fmla="*/ 406017 w 4108665"/>
              <a:gd name="connsiteY4" fmla="*/ 10816 h 488215"/>
              <a:gd name="connsiteX0" fmla="*/ 406017 w 4108665"/>
              <a:gd name="connsiteY0" fmla="*/ 0 h 477399"/>
              <a:gd name="connsiteX1" fmla="*/ 4108665 w 4108665"/>
              <a:gd name="connsiteY1" fmla="*/ 13519 h 477399"/>
              <a:gd name="connsiteX2" fmla="*/ 4108665 w 4108665"/>
              <a:gd name="connsiteY2" fmla="*/ 471784 h 477399"/>
              <a:gd name="connsiteX3" fmla="*/ 0 w 4108665"/>
              <a:gd name="connsiteY3" fmla="*/ 477399 h 477399"/>
              <a:gd name="connsiteX4" fmla="*/ 406017 w 4108665"/>
              <a:gd name="connsiteY4" fmla="*/ 0 h 477399"/>
              <a:gd name="connsiteX0" fmla="*/ 406017 w 4108665"/>
              <a:gd name="connsiteY0" fmla="*/ 0 h 477399"/>
              <a:gd name="connsiteX1" fmla="*/ 4108665 w 4108665"/>
              <a:gd name="connsiteY1" fmla="*/ 13519 h 477399"/>
              <a:gd name="connsiteX2" fmla="*/ 1881358 w 4108665"/>
              <a:gd name="connsiteY2" fmla="*/ 471784 h 477399"/>
              <a:gd name="connsiteX3" fmla="*/ 0 w 4108665"/>
              <a:gd name="connsiteY3" fmla="*/ 477399 h 477399"/>
              <a:gd name="connsiteX4" fmla="*/ 406017 w 4108665"/>
              <a:gd name="connsiteY4" fmla="*/ 0 h 477399"/>
              <a:gd name="connsiteX0" fmla="*/ 406017 w 1905053"/>
              <a:gd name="connsiteY0" fmla="*/ 0 h 477399"/>
              <a:gd name="connsiteX1" fmla="*/ 1905053 w 1905053"/>
              <a:gd name="connsiteY1" fmla="*/ 1993 h 477399"/>
              <a:gd name="connsiteX2" fmla="*/ 1881358 w 1905053"/>
              <a:gd name="connsiteY2" fmla="*/ 471784 h 477399"/>
              <a:gd name="connsiteX3" fmla="*/ 0 w 1905053"/>
              <a:gd name="connsiteY3" fmla="*/ 477399 h 477399"/>
              <a:gd name="connsiteX4" fmla="*/ 406017 w 1905053"/>
              <a:gd name="connsiteY4" fmla="*/ 0 h 477399"/>
              <a:gd name="connsiteX0" fmla="*/ 406017 w 1881358"/>
              <a:gd name="connsiteY0" fmla="*/ 0 h 477399"/>
              <a:gd name="connsiteX1" fmla="*/ 1845816 w 1881358"/>
              <a:gd name="connsiteY1" fmla="*/ 1993 h 477399"/>
              <a:gd name="connsiteX2" fmla="*/ 1881358 w 1881358"/>
              <a:gd name="connsiteY2" fmla="*/ 471784 h 477399"/>
              <a:gd name="connsiteX3" fmla="*/ 0 w 1881358"/>
              <a:gd name="connsiteY3" fmla="*/ 477399 h 477399"/>
              <a:gd name="connsiteX4" fmla="*/ 406017 w 1881358"/>
              <a:gd name="connsiteY4" fmla="*/ 0 h 477399"/>
              <a:gd name="connsiteX0" fmla="*/ 406017 w 1881358"/>
              <a:gd name="connsiteY0" fmla="*/ 0 h 477399"/>
              <a:gd name="connsiteX1" fmla="*/ 1869510 w 1881358"/>
              <a:gd name="connsiteY1" fmla="*/ 25047 h 477399"/>
              <a:gd name="connsiteX2" fmla="*/ 1881358 w 1881358"/>
              <a:gd name="connsiteY2" fmla="*/ 471784 h 477399"/>
              <a:gd name="connsiteX3" fmla="*/ 0 w 1881358"/>
              <a:gd name="connsiteY3" fmla="*/ 477399 h 477399"/>
              <a:gd name="connsiteX4" fmla="*/ 406017 w 1881358"/>
              <a:gd name="connsiteY4" fmla="*/ 0 h 477399"/>
              <a:gd name="connsiteX0" fmla="*/ 406017 w 1886825"/>
              <a:gd name="connsiteY0" fmla="*/ 14263 h 491662"/>
              <a:gd name="connsiteX1" fmla="*/ 1886825 w 1886825"/>
              <a:gd name="connsiteY1" fmla="*/ 0 h 491662"/>
              <a:gd name="connsiteX2" fmla="*/ 1881358 w 1886825"/>
              <a:gd name="connsiteY2" fmla="*/ 486047 h 491662"/>
              <a:gd name="connsiteX3" fmla="*/ 0 w 1886825"/>
              <a:gd name="connsiteY3" fmla="*/ 491662 h 491662"/>
              <a:gd name="connsiteX4" fmla="*/ 406017 w 1886825"/>
              <a:gd name="connsiteY4" fmla="*/ 14263 h 491662"/>
              <a:gd name="connsiteX0" fmla="*/ 406017 w 1881586"/>
              <a:gd name="connsiteY0" fmla="*/ 0 h 477399"/>
              <a:gd name="connsiteX1" fmla="*/ 1875281 w 1881586"/>
              <a:gd name="connsiteY1" fmla="*/ 8200 h 477399"/>
              <a:gd name="connsiteX2" fmla="*/ 1881358 w 1881586"/>
              <a:gd name="connsiteY2" fmla="*/ 471784 h 477399"/>
              <a:gd name="connsiteX3" fmla="*/ 0 w 1881586"/>
              <a:gd name="connsiteY3" fmla="*/ 477399 h 477399"/>
              <a:gd name="connsiteX4" fmla="*/ 406017 w 1881586"/>
              <a:gd name="connsiteY4" fmla="*/ 0 h 477399"/>
              <a:gd name="connsiteX0" fmla="*/ 406017 w 1881851"/>
              <a:gd name="connsiteY0" fmla="*/ 3031 h 480430"/>
              <a:gd name="connsiteX1" fmla="*/ 1881052 w 1881851"/>
              <a:gd name="connsiteY1" fmla="*/ 0 h 480430"/>
              <a:gd name="connsiteX2" fmla="*/ 1881358 w 1881851"/>
              <a:gd name="connsiteY2" fmla="*/ 474815 h 480430"/>
              <a:gd name="connsiteX3" fmla="*/ 0 w 1881851"/>
              <a:gd name="connsiteY3" fmla="*/ 480430 h 480430"/>
              <a:gd name="connsiteX4" fmla="*/ 406017 w 1881851"/>
              <a:gd name="connsiteY4" fmla="*/ 3031 h 480430"/>
              <a:gd name="connsiteX0" fmla="*/ 234030 w 1709864"/>
              <a:gd name="connsiteY0" fmla="*/ 3031 h 474815"/>
              <a:gd name="connsiteX1" fmla="*/ 1709065 w 1709864"/>
              <a:gd name="connsiteY1" fmla="*/ 0 h 474815"/>
              <a:gd name="connsiteX2" fmla="*/ 1709371 w 1709864"/>
              <a:gd name="connsiteY2" fmla="*/ 474815 h 474815"/>
              <a:gd name="connsiteX3" fmla="*/ 0 w 1709864"/>
              <a:gd name="connsiteY3" fmla="*/ 280282 h 474815"/>
              <a:gd name="connsiteX4" fmla="*/ 234030 w 1709864"/>
              <a:gd name="connsiteY4" fmla="*/ 3031 h 474815"/>
              <a:gd name="connsiteX0" fmla="*/ 234030 w 1709065"/>
              <a:gd name="connsiteY0" fmla="*/ 3031 h 294353"/>
              <a:gd name="connsiteX1" fmla="*/ 1709065 w 1709065"/>
              <a:gd name="connsiteY1" fmla="*/ 0 h 294353"/>
              <a:gd name="connsiteX2" fmla="*/ 1274347 w 1709065"/>
              <a:gd name="connsiteY2" fmla="*/ 294353 h 294353"/>
              <a:gd name="connsiteX3" fmla="*/ 0 w 1709065"/>
              <a:gd name="connsiteY3" fmla="*/ 280282 h 294353"/>
              <a:gd name="connsiteX4" fmla="*/ 234030 w 1709065"/>
              <a:gd name="connsiteY4" fmla="*/ 3031 h 294353"/>
              <a:gd name="connsiteX0" fmla="*/ 234030 w 1274424"/>
              <a:gd name="connsiteY0" fmla="*/ 3031 h 294353"/>
              <a:gd name="connsiteX1" fmla="*/ 1247062 w 1274424"/>
              <a:gd name="connsiteY1" fmla="*/ 0 h 294353"/>
              <a:gd name="connsiteX2" fmla="*/ 1274347 w 1274424"/>
              <a:gd name="connsiteY2" fmla="*/ 294353 h 294353"/>
              <a:gd name="connsiteX3" fmla="*/ 0 w 1274424"/>
              <a:gd name="connsiteY3" fmla="*/ 280282 h 294353"/>
              <a:gd name="connsiteX4" fmla="*/ 234030 w 1274424"/>
              <a:gd name="connsiteY4" fmla="*/ 3031 h 294353"/>
              <a:gd name="connsiteX0" fmla="*/ 234030 w 1247062"/>
              <a:gd name="connsiteY0" fmla="*/ 3031 h 291311"/>
              <a:gd name="connsiteX1" fmla="*/ 1247062 w 1247062"/>
              <a:gd name="connsiteY1" fmla="*/ 0 h 291311"/>
              <a:gd name="connsiteX2" fmla="*/ 1246210 w 1247062"/>
              <a:gd name="connsiteY2" fmla="*/ 291311 h 291311"/>
              <a:gd name="connsiteX3" fmla="*/ 0 w 1247062"/>
              <a:gd name="connsiteY3" fmla="*/ 280282 h 291311"/>
              <a:gd name="connsiteX4" fmla="*/ 234030 w 1247062"/>
              <a:gd name="connsiteY4" fmla="*/ 3031 h 291311"/>
              <a:gd name="connsiteX0" fmla="*/ 234030 w 1247062"/>
              <a:gd name="connsiteY0" fmla="*/ 3031 h 280282"/>
              <a:gd name="connsiteX1" fmla="*/ 1247062 w 1247062"/>
              <a:gd name="connsiteY1" fmla="*/ 0 h 280282"/>
              <a:gd name="connsiteX2" fmla="*/ 1174303 w 1247062"/>
              <a:gd name="connsiteY2" fmla="*/ 218306 h 280282"/>
              <a:gd name="connsiteX3" fmla="*/ 0 w 1247062"/>
              <a:gd name="connsiteY3" fmla="*/ 280282 h 280282"/>
              <a:gd name="connsiteX4" fmla="*/ 234030 w 1247062"/>
              <a:gd name="connsiteY4" fmla="*/ 3031 h 280282"/>
              <a:gd name="connsiteX0" fmla="*/ 234030 w 1247062"/>
              <a:gd name="connsiteY0" fmla="*/ 3031 h 280282"/>
              <a:gd name="connsiteX1" fmla="*/ 1247062 w 1247062"/>
              <a:gd name="connsiteY1" fmla="*/ 0 h 280282"/>
              <a:gd name="connsiteX2" fmla="*/ 1236831 w 1247062"/>
              <a:gd name="connsiteY2" fmla="*/ 279144 h 280282"/>
              <a:gd name="connsiteX3" fmla="*/ 0 w 1247062"/>
              <a:gd name="connsiteY3" fmla="*/ 280282 h 280282"/>
              <a:gd name="connsiteX4" fmla="*/ 234030 w 1247062"/>
              <a:gd name="connsiteY4" fmla="*/ 3031 h 280282"/>
              <a:gd name="connsiteX0" fmla="*/ 234030 w 1243936"/>
              <a:gd name="connsiteY0" fmla="*/ 6073 h 283324"/>
              <a:gd name="connsiteX1" fmla="*/ 1243936 w 1243936"/>
              <a:gd name="connsiteY1" fmla="*/ 0 h 283324"/>
              <a:gd name="connsiteX2" fmla="*/ 1236831 w 1243936"/>
              <a:gd name="connsiteY2" fmla="*/ 282186 h 283324"/>
              <a:gd name="connsiteX3" fmla="*/ 0 w 1243936"/>
              <a:gd name="connsiteY3" fmla="*/ 283324 h 283324"/>
              <a:gd name="connsiteX4" fmla="*/ 234030 w 1243936"/>
              <a:gd name="connsiteY4" fmla="*/ 6073 h 2833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3936" h="283324">
                <a:moveTo>
                  <a:pt x="234030" y="6073"/>
                </a:moveTo>
                <a:lnTo>
                  <a:pt x="1243936" y="0"/>
                </a:lnTo>
                <a:cubicBezTo>
                  <a:pt x="1242114" y="162016"/>
                  <a:pt x="1238653" y="120170"/>
                  <a:pt x="1236831" y="282186"/>
                </a:cubicBezTo>
                <a:lnTo>
                  <a:pt x="0" y="283324"/>
                </a:lnTo>
                <a:lnTo>
                  <a:pt x="234030" y="6073"/>
                </a:lnTo>
                <a:close/>
              </a:path>
            </a:pathLst>
          </a:custGeom>
          <a:solidFill>
            <a:srgbClr val="1845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VN"/>
          </a:p>
        </p:txBody>
      </p:sp>
      <p:sp>
        <p:nvSpPr>
          <p:cNvPr id="14343" name="Content Placeholder 2">
            <a:extLst>
              <a:ext uri="{FF2B5EF4-FFF2-40B4-BE49-F238E27FC236}">
                <a16:creationId xmlns:a16="http://schemas.microsoft.com/office/drawing/2014/main" id="{29D429E4-1422-7D02-1F5A-F3A2BCAE53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01975" y="333375"/>
            <a:ext cx="3744913" cy="5843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vi-VN" altLang="en-US">
              <a:latin typeface="Arial" panose="020B0604020202020204" pitchFamily="34" charset="0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CCCF234-418F-0D58-AB6F-BC99812E2B3C}"/>
              </a:ext>
            </a:extLst>
          </p:cNvPr>
          <p:cNvCxnSpPr>
            <a:cxnSpLocks/>
          </p:cNvCxnSpPr>
          <p:nvPr/>
        </p:nvCxnSpPr>
        <p:spPr>
          <a:xfrm>
            <a:off x="0" y="6729413"/>
            <a:ext cx="8486775" cy="1587"/>
          </a:xfrm>
          <a:prstGeom prst="line">
            <a:avLst/>
          </a:prstGeom>
          <a:ln w="12700">
            <a:solidFill>
              <a:srgbClr val="18459E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C7940EC-D776-E7E8-271B-C32DD3E0C61C}"/>
              </a:ext>
            </a:extLst>
          </p:cNvPr>
          <p:cNvCxnSpPr>
            <a:cxnSpLocks/>
          </p:cNvCxnSpPr>
          <p:nvPr/>
        </p:nvCxnSpPr>
        <p:spPr>
          <a:xfrm flipV="1">
            <a:off x="8486775" y="6388100"/>
            <a:ext cx="277813" cy="341313"/>
          </a:xfrm>
          <a:prstGeom prst="line">
            <a:avLst/>
          </a:prstGeom>
          <a:ln w="12700">
            <a:solidFill>
              <a:srgbClr val="18459E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DE4130C-9073-9839-C10D-55DB2222CFD6}"/>
              </a:ext>
            </a:extLst>
          </p:cNvPr>
          <p:cNvCxnSpPr>
            <a:cxnSpLocks/>
          </p:cNvCxnSpPr>
          <p:nvPr/>
        </p:nvCxnSpPr>
        <p:spPr>
          <a:xfrm>
            <a:off x="8764588" y="6388100"/>
            <a:ext cx="3443287" cy="0"/>
          </a:xfrm>
          <a:prstGeom prst="line">
            <a:avLst/>
          </a:prstGeom>
          <a:ln w="12700">
            <a:solidFill>
              <a:srgbClr val="18459E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1" name="Rectangle 16">
            <a:extLst>
              <a:ext uri="{FF2B5EF4-FFF2-40B4-BE49-F238E27FC236}">
                <a16:creationId xmlns:a16="http://schemas.microsoft.com/office/drawing/2014/main" id="{B7050603-5248-D28F-49CE-7890119C32FC}"/>
              </a:ext>
            </a:extLst>
          </p:cNvPr>
          <p:cNvSpPr/>
          <p:nvPr/>
        </p:nvSpPr>
        <p:spPr>
          <a:xfrm>
            <a:off x="8521700" y="6497638"/>
            <a:ext cx="3686175" cy="376237"/>
          </a:xfrm>
          <a:custGeom>
            <a:avLst/>
            <a:gdLst>
              <a:gd name="connsiteX0" fmla="*/ 0 w 2523344"/>
              <a:gd name="connsiteY0" fmla="*/ 0 h 482600"/>
              <a:gd name="connsiteX1" fmla="*/ 2523344 w 2523344"/>
              <a:gd name="connsiteY1" fmla="*/ 0 h 482600"/>
              <a:gd name="connsiteX2" fmla="*/ 2523344 w 2523344"/>
              <a:gd name="connsiteY2" fmla="*/ 482600 h 482600"/>
              <a:gd name="connsiteX3" fmla="*/ 0 w 2523344"/>
              <a:gd name="connsiteY3" fmla="*/ 482600 h 482600"/>
              <a:gd name="connsiteX4" fmla="*/ 0 w 2523344"/>
              <a:gd name="connsiteY4" fmla="*/ 0 h 482600"/>
              <a:gd name="connsiteX0" fmla="*/ 524655 w 2523344"/>
              <a:gd name="connsiteY0" fmla="*/ 14990 h 482600"/>
              <a:gd name="connsiteX1" fmla="*/ 2523344 w 2523344"/>
              <a:gd name="connsiteY1" fmla="*/ 0 h 482600"/>
              <a:gd name="connsiteX2" fmla="*/ 2523344 w 2523344"/>
              <a:gd name="connsiteY2" fmla="*/ 482600 h 482600"/>
              <a:gd name="connsiteX3" fmla="*/ 0 w 2523344"/>
              <a:gd name="connsiteY3" fmla="*/ 482600 h 482600"/>
              <a:gd name="connsiteX4" fmla="*/ 524655 w 2523344"/>
              <a:gd name="connsiteY4" fmla="*/ 14990 h 482600"/>
              <a:gd name="connsiteX0" fmla="*/ 404734 w 2523344"/>
              <a:gd name="connsiteY0" fmla="*/ 44971 h 482600"/>
              <a:gd name="connsiteX1" fmla="*/ 2523344 w 2523344"/>
              <a:gd name="connsiteY1" fmla="*/ 0 h 482600"/>
              <a:gd name="connsiteX2" fmla="*/ 2523344 w 2523344"/>
              <a:gd name="connsiteY2" fmla="*/ 482600 h 482600"/>
              <a:gd name="connsiteX3" fmla="*/ 0 w 2523344"/>
              <a:gd name="connsiteY3" fmla="*/ 482600 h 482600"/>
              <a:gd name="connsiteX4" fmla="*/ 404734 w 2523344"/>
              <a:gd name="connsiteY4" fmla="*/ 44971 h 482600"/>
              <a:gd name="connsiteX0" fmla="*/ 404734 w 2523344"/>
              <a:gd name="connsiteY0" fmla="*/ 0 h 482600"/>
              <a:gd name="connsiteX1" fmla="*/ 2523344 w 2523344"/>
              <a:gd name="connsiteY1" fmla="*/ 0 h 482600"/>
              <a:gd name="connsiteX2" fmla="*/ 2523344 w 2523344"/>
              <a:gd name="connsiteY2" fmla="*/ 482600 h 482600"/>
              <a:gd name="connsiteX3" fmla="*/ 0 w 2523344"/>
              <a:gd name="connsiteY3" fmla="*/ 482600 h 482600"/>
              <a:gd name="connsiteX4" fmla="*/ 404734 w 2523344"/>
              <a:gd name="connsiteY4" fmla="*/ 0 h 482600"/>
              <a:gd name="connsiteX0" fmla="*/ 493662 w 2523344"/>
              <a:gd name="connsiteY0" fmla="*/ 10816 h 482600"/>
              <a:gd name="connsiteX1" fmla="*/ 2523344 w 2523344"/>
              <a:gd name="connsiteY1" fmla="*/ 0 h 482600"/>
              <a:gd name="connsiteX2" fmla="*/ 2523344 w 2523344"/>
              <a:gd name="connsiteY2" fmla="*/ 482600 h 482600"/>
              <a:gd name="connsiteX3" fmla="*/ 0 w 2523344"/>
              <a:gd name="connsiteY3" fmla="*/ 482600 h 482600"/>
              <a:gd name="connsiteX4" fmla="*/ 493662 w 2523344"/>
              <a:gd name="connsiteY4" fmla="*/ 10816 h 482600"/>
              <a:gd name="connsiteX0" fmla="*/ 371386 w 2523344"/>
              <a:gd name="connsiteY0" fmla="*/ 10816 h 482600"/>
              <a:gd name="connsiteX1" fmla="*/ 2523344 w 2523344"/>
              <a:gd name="connsiteY1" fmla="*/ 0 h 482600"/>
              <a:gd name="connsiteX2" fmla="*/ 2523344 w 2523344"/>
              <a:gd name="connsiteY2" fmla="*/ 482600 h 482600"/>
              <a:gd name="connsiteX3" fmla="*/ 0 w 2523344"/>
              <a:gd name="connsiteY3" fmla="*/ 482600 h 482600"/>
              <a:gd name="connsiteX4" fmla="*/ 371386 w 2523344"/>
              <a:gd name="connsiteY4" fmla="*/ 10816 h 482600"/>
              <a:gd name="connsiteX0" fmla="*/ 406017 w 2557975"/>
              <a:gd name="connsiteY0" fmla="*/ 10816 h 488215"/>
              <a:gd name="connsiteX1" fmla="*/ 2557975 w 2557975"/>
              <a:gd name="connsiteY1" fmla="*/ 0 h 488215"/>
              <a:gd name="connsiteX2" fmla="*/ 2557975 w 2557975"/>
              <a:gd name="connsiteY2" fmla="*/ 482600 h 488215"/>
              <a:gd name="connsiteX3" fmla="*/ 0 w 2557975"/>
              <a:gd name="connsiteY3" fmla="*/ 488215 h 488215"/>
              <a:gd name="connsiteX4" fmla="*/ 406017 w 2557975"/>
              <a:gd name="connsiteY4" fmla="*/ 10816 h 488215"/>
              <a:gd name="connsiteX0" fmla="*/ 406017 w 4108665"/>
              <a:gd name="connsiteY0" fmla="*/ 10816 h 488215"/>
              <a:gd name="connsiteX1" fmla="*/ 2557975 w 4108665"/>
              <a:gd name="connsiteY1" fmla="*/ 0 h 488215"/>
              <a:gd name="connsiteX2" fmla="*/ 4108665 w 4108665"/>
              <a:gd name="connsiteY2" fmla="*/ 482600 h 488215"/>
              <a:gd name="connsiteX3" fmla="*/ 0 w 4108665"/>
              <a:gd name="connsiteY3" fmla="*/ 488215 h 488215"/>
              <a:gd name="connsiteX4" fmla="*/ 406017 w 4108665"/>
              <a:gd name="connsiteY4" fmla="*/ 10816 h 488215"/>
              <a:gd name="connsiteX0" fmla="*/ 406017 w 4108665"/>
              <a:gd name="connsiteY0" fmla="*/ 10816 h 488215"/>
              <a:gd name="connsiteX1" fmla="*/ 4108665 w 4108665"/>
              <a:gd name="connsiteY1" fmla="*/ 0 h 488215"/>
              <a:gd name="connsiteX2" fmla="*/ 4108665 w 4108665"/>
              <a:gd name="connsiteY2" fmla="*/ 482600 h 488215"/>
              <a:gd name="connsiteX3" fmla="*/ 0 w 4108665"/>
              <a:gd name="connsiteY3" fmla="*/ 488215 h 488215"/>
              <a:gd name="connsiteX4" fmla="*/ 406017 w 4108665"/>
              <a:gd name="connsiteY4" fmla="*/ 10816 h 488215"/>
              <a:gd name="connsiteX0" fmla="*/ 406017 w 4108665"/>
              <a:gd name="connsiteY0" fmla="*/ 0 h 477399"/>
              <a:gd name="connsiteX1" fmla="*/ 4108665 w 4108665"/>
              <a:gd name="connsiteY1" fmla="*/ 13519 h 477399"/>
              <a:gd name="connsiteX2" fmla="*/ 4108665 w 4108665"/>
              <a:gd name="connsiteY2" fmla="*/ 471784 h 477399"/>
              <a:gd name="connsiteX3" fmla="*/ 0 w 4108665"/>
              <a:gd name="connsiteY3" fmla="*/ 477399 h 477399"/>
              <a:gd name="connsiteX4" fmla="*/ 406017 w 4108665"/>
              <a:gd name="connsiteY4" fmla="*/ 0 h 477399"/>
              <a:gd name="connsiteX0" fmla="*/ 289036 w 3991684"/>
              <a:gd name="connsiteY0" fmla="*/ 0 h 471784"/>
              <a:gd name="connsiteX1" fmla="*/ 3991684 w 3991684"/>
              <a:gd name="connsiteY1" fmla="*/ 13519 h 471784"/>
              <a:gd name="connsiteX2" fmla="*/ 3991684 w 3991684"/>
              <a:gd name="connsiteY2" fmla="*/ 471784 h 471784"/>
              <a:gd name="connsiteX3" fmla="*/ 0 w 3991684"/>
              <a:gd name="connsiteY3" fmla="*/ 356682 h 471784"/>
              <a:gd name="connsiteX4" fmla="*/ 289036 w 3991684"/>
              <a:gd name="connsiteY4" fmla="*/ 0 h 471784"/>
              <a:gd name="connsiteX0" fmla="*/ 274856 w 3977504"/>
              <a:gd name="connsiteY0" fmla="*/ 0 h 471784"/>
              <a:gd name="connsiteX1" fmla="*/ 3977504 w 3977504"/>
              <a:gd name="connsiteY1" fmla="*/ 13519 h 471784"/>
              <a:gd name="connsiteX2" fmla="*/ 3977504 w 3977504"/>
              <a:gd name="connsiteY2" fmla="*/ 471784 h 471784"/>
              <a:gd name="connsiteX3" fmla="*/ 0 w 3977504"/>
              <a:gd name="connsiteY3" fmla="*/ 360131 h 471784"/>
              <a:gd name="connsiteX4" fmla="*/ 274856 w 3977504"/>
              <a:gd name="connsiteY4" fmla="*/ 0 h 471784"/>
              <a:gd name="connsiteX0" fmla="*/ 292580 w 3995228"/>
              <a:gd name="connsiteY0" fmla="*/ 0 h 471784"/>
              <a:gd name="connsiteX1" fmla="*/ 3995228 w 3995228"/>
              <a:gd name="connsiteY1" fmla="*/ 13519 h 471784"/>
              <a:gd name="connsiteX2" fmla="*/ 3995228 w 3995228"/>
              <a:gd name="connsiteY2" fmla="*/ 471784 h 471784"/>
              <a:gd name="connsiteX3" fmla="*/ 0 w 3995228"/>
              <a:gd name="connsiteY3" fmla="*/ 367029 h 471784"/>
              <a:gd name="connsiteX4" fmla="*/ 292580 w 3995228"/>
              <a:gd name="connsiteY4" fmla="*/ 0 h 471784"/>
              <a:gd name="connsiteX0" fmla="*/ 292580 w 3995228"/>
              <a:gd name="connsiteY0" fmla="*/ 0 h 385558"/>
              <a:gd name="connsiteX1" fmla="*/ 3995228 w 3995228"/>
              <a:gd name="connsiteY1" fmla="*/ 13519 h 385558"/>
              <a:gd name="connsiteX2" fmla="*/ 3662009 w 3995228"/>
              <a:gd name="connsiteY2" fmla="*/ 385558 h 385558"/>
              <a:gd name="connsiteX3" fmla="*/ 0 w 3995228"/>
              <a:gd name="connsiteY3" fmla="*/ 367029 h 385558"/>
              <a:gd name="connsiteX4" fmla="*/ 292580 w 3995228"/>
              <a:gd name="connsiteY4" fmla="*/ 0 h 385558"/>
              <a:gd name="connsiteX0" fmla="*/ 292580 w 3995228"/>
              <a:gd name="connsiteY0" fmla="*/ 0 h 367029"/>
              <a:gd name="connsiteX1" fmla="*/ 3995228 w 3995228"/>
              <a:gd name="connsiteY1" fmla="*/ 13519 h 367029"/>
              <a:gd name="connsiteX2" fmla="*/ 3640740 w 3995228"/>
              <a:gd name="connsiteY2" fmla="*/ 347618 h 367029"/>
              <a:gd name="connsiteX3" fmla="*/ 0 w 3995228"/>
              <a:gd name="connsiteY3" fmla="*/ 367029 h 367029"/>
              <a:gd name="connsiteX4" fmla="*/ 292580 w 3995228"/>
              <a:gd name="connsiteY4" fmla="*/ 0 h 367029"/>
              <a:gd name="connsiteX0" fmla="*/ 292580 w 3995228"/>
              <a:gd name="connsiteY0" fmla="*/ 0 h 367029"/>
              <a:gd name="connsiteX1" fmla="*/ 3995228 w 3995228"/>
              <a:gd name="connsiteY1" fmla="*/ 13519 h 367029"/>
              <a:gd name="connsiteX2" fmla="*/ 3630105 w 3995228"/>
              <a:gd name="connsiteY2" fmla="*/ 213104 h 367029"/>
              <a:gd name="connsiteX3" fmla="*/ 0 w 3995228"/>
              <a:gd name="connsiteY3" fmla="*/ 367029 h 367029"/>
              <a:gd name="connsiteX4" fmla="*/ 292580 w 3995228"/>
              <a:gd name="connsiteY4" fmla="*/ 0 h 367029"/>
              <a:gd name="connsiteX0" fmla="*/ 292580 w 3995228"/>
              <a:gd name="connsiteY0" fmla="*/ 0 h 367029"/>
              <a:gd name="connsiteX1" fmla="*/ 3995228 w 3995228"/>
              <a:gd name="connsiteY1" fmla="*/ 13519 h 367029"/>
              <a:gd name="connsiteX2" fmla="*/ 3615926 w 3995228"/>
              <a:gd name="connsiteY2" fmla="*/ 354515 h 367029"/>
              <a:gd name="connsiteX3" fmla="*/ 0 w 3995228"/>
              <a:gd name="connsiteY3" fmla="*/ 367029 h 367029"/>
              <a:gd name="connsiteX4" fmla="*/ 292580 w 3995228"/>
              <a:gd name="connsiteY4" fmla="*/ 0 h 367029"/>
              <a:gd name="connsiteX0" fmla="*/ 278400 w 3981048"/>
              <a:gd name="connsiteY0" fmla="*/ 0 h 360131"/>
              <a:gd name="connsiteX1" fmla="*/ 3981048 w 3981048"/>
              <a:gd name="connsiteY1" fmla="*/ 13519 h 360131"/>
              <a:gd name="connsiteX2" fmla="*/ 3601746 w 3981048"/>
              <a:gd name="connsiteY2" fmla="*/ 354515 h 360131"/>
              <a:gd name="connsiteX3" fmla="*/ 0 w 3981048"/>
              <a:gd name="connsiteY3" fmla="*/ 360131 h 360131"/>
              <a:gd name="connsiteX4" fmla="*/ 278400 w 3981048"/>
              <a:gd name="connsiteY4" fmla="*/ 0 h 360131"/>
              <a:gd name="connsiteX0" fmla="*/ 285490 w 3988138"/>
              <a:gd name="connsiteY0" fmla="*/ 0 h 360131"/>
              <a:gd name="connsiteX1" fmla="*/ 3988138 w 3988138"/>
              <a:gd name="connsiteY1" fmla="*/ 13519 h 360131"/>
              <a:gd name="connsiteX2" fmla="*/ 3608836 w 3988138"/>
              <a:gd name="connsiteY2" fmla="*/ 354515 h 360131"/>
              <a:gd name="connsiteX3" fmla="*/ 0 w 3988138"/>
              <a:gd name="connsiteY3" fmla="*/ 360131 h 360131"/>
              <a:gd name="connsiteX4" fmla="*/ 285490 w 3988138"/>
              <a:gd name="connsiteY4" fmla="*/ 0 h 360131"/>
              <a:gd name="connsiteX0" fmla="*/ 299670 w 4002318"/>
              <a:gd name="connsiteY0" fmla="*/ 0 h 360131"/>
              <a:gd name="connsiteX1" fmla="*/ 4002318 w 4002318"/>
              <a:gd name="connsiteY1" fmla="*/ 13519 h 360131"/>
              <a:gd name="connsiteX2" fmla="*/ 3623016 w 4002318"/>
              <a:gd name="connsiteY2" fmla="*/ 354515 h 360131"/>
              <a:gd name="connsiteX3" fmla="*/ 0 w 4002318"/>
              <a:gd name="connsiteY3" fmla="*/ 360131 h 360131"/>
              <a:gd name="connsiteX4" fmla="*/ 299670 w 4002318"/>
              <a:gd name="connsiteY4" fmla="*/ 0 h 360131"/>
              <a:gd name="connsiteX0" fmla="*/ 299670 w 3623016"/>
              <a:gd name="connsiteY0" fmla="*/ 0 h 360131"/>
              <a:gd name="connsiteX1" fmla="*/ 3615926 w 3623016"/>
              <a:gd name="connsiteY1" fmla="*/ 10070 h 360131"/>
              <a:gd name="connsiteX2" fmla="*/ 3623016 w 3623016"/>
              <a:gd name="connsiteY2" fmla="*/ 354515 h 360131"/>
              <a:gd name="connsiteX3" fmla="*/ 0 w 3623016"/>
              <a:gd name="connsiteY3" fmla="*/ 360131 h 360131"/>
              <a:gd name="connsiteX4" fmla="*/ 299670 w 3623016"/>
              <a:gd name="connsiteY4" fmla="*/ 0 h 360131"/>
              <a:gd name="connsiteX0" fmla="*/ 299670 w 3630106"/>
              <a:gd name="connsiteY0" fmla="*/ 277 h 360408"/>
              <a:gd name="connsiteX1" fmla="*/ 3630106 w 3630106"/>
              <a:gd name="connsiteY1" fmla="*/ 0 h 360408"/>
              <a:gd name="connsiteX2" fmla="*/ 3623016 w 3630106"/>
              <a:gd name="connsiteY2" fmla="*/ 354792 h 360408"/>
              <a:gd name="connsiteX3" fmla="*/ 0 w 3630106"/>
              <a:gd name="connsiteY3" fmla="*/ 360408 h 360408"/>
              <a:gd name="connsiteX4" fmla="*/ 299670 w 3630106"/>
              <a:gd name="connsiteY4" fmla="*/ 277 h 3604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30106" h="360408">
                <a:moveTo>
                  <a:pt x="299670" y="277"/>
                </a:moveTo>
                <a:lnTo>
                  <a:pt x="3630106" y="0"/>
                </a:lnTo>
                <a:lnTo>
                  <a:pt x="3623016" y="354792"/>
                </a:lnTo>
                <a:lnTo>
                  <a:pt x="0" y="360408"/>
                </a:lnTo>
                <a:lnTo>
                  <a:pt x="299670" y="277"/>
                </a:lnTo>
                <a:close/>
              </a:path>
            </a:pathLst>
          </a:custGeom>
          <a:solidFill>
            <a:srgbClr val="EF68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V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ext Placeholder 19">
            <a:extLst>
              <a:ext uri="{FF2B5EF4-FFF2-40B4-BE49-F238E27FC236}">
                <a16:creationId xmlns:a16="http://schemas.microsoft.com/office/drawing/2014/main" id="{B3F0A758-C948-E6D6-403D-0C4FC5B42E9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9788" y="1049338"/>
            <a:ext cx="5157787" cy="823912"/>
          </a:xfrm>
        </p:spPr>
        <p:txBody>
          <a:bodyPr/>
          <a:lstStyle/>
          <a:p>
            <a:pPr eaLnBrk="1" hangingPunct="1"/>
            <a:endParaRPr lang="vi-VN" altLang="en-US" sz="1800">
              <a:solidFill>
                <a:srgbClr val="18459E"/>
              </a:solidFill>
              <a:latin typeface="Helvetica" panose="020B0604020202020204" pitchFamily="34" charset="0"/>
            </a:endParaRPr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B9594B8B-B2CC-B6AB-E7B2-07D5289AFD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006600"/>
            <a:ext cx="5157787" cy="4086225"/>
          </a:xfrm>
        </p:spPr>
        <p:txBody>
          <a:bodyPr rtlCol="0">
            <a:normAutofit/>
          </a:bodyPr>
          <a:lstStyle/>
          <a:p>
            <a:pPr marL="0" indent="0" eaLnBrk="1" fontAlgn="auto" hangingPunct="1">
              <a:lnSpc>
                <a:spcPct val="135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vi-VN" sz="1350">
              <a:latin typeface="Helvetica" pitchFamily="2" charset="0"/>
            </a:endParaRPr>
          </a:p>
        </p:txBody>
      </p:sp>
      <p:sp>
        <p:nvSpPr>
          <p:cNvPr id="16388" name="Text Placeholder 21">
            <a:extLst>
              <a:ext uri="{FF2B5EF4-FFF2-40B4-BE49-F238E27FC236}">
                <a16:creationId xmlns:a16="http://schemas.microsoft.com/office/drawing/2014/main" id="{18E0E950-010F-2FCA-F980-F7C3EC71A314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>
          <a:xfrm>
            <a:off x="6172200" y="1049338"/>
            <a:ext cx="5183188" cy="823912"/>
          </a:xfrm>
        </p:spPr>
        <p:txBody>
          <a:bodyPr/>
          <a:lstStyle/>
          <a:p>
            <a:pPr eaLnBrk="1" hangingPunct="1"/>
            <a:endParaRPr lang="vi-VN" altLang="en-US" sz="1800">
              <a:solidFill>
                <a:srgbClr val="18459E"/>
              </a:solidFill>
              <a:latin typeface="Helvetica" panose="020B0604020202020204" pitchFamily="34" charset="0"/>
            </a:endParaRPr>
          </a:p>
        </p:txBody>
      </p:sp>
      <p:sp>
        <p:nvSpPr>
          <p:cNvPr id="23" name="Content Placeholder 22">
            <a:extLst>
              <a:ext uri="{FF2B5EF4-FFF2-40B4-BE49-F238E27FC236}">
                <a16:creationId xmlns:a16="http://schemas.microsoft.com/office/drawing/2014/main" id="{2F23AA7A-5D58-9DB9-75F9-645040B5D2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006600"/>
            <a:ext cx="5183188" cy="4086225"/>
          </a:xfrm>
        </p:spPr>
        <p:txBody>
          <a:bodyPr rtlCol="0">
            <a:normAutofit/>
          </a:bodyPr>
          <a:lstStyle/>
          <a:p>
            <a:pPr marL="0" indent="0" eaLnBrk="1" fontAlgn="auto" hangingPunct="1">
              <a:lnSpc>
                <a:spcPct val="135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vi-VN" sz="1350">
              <a:latin typeface="Helvetica" pitchFamily="2" charset="0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B90E7B4-69A2-501B-891A-F6212E7952D1}"/>
              </a:ext>
            </a:extLst>
          </p:cNvPr>
          <p:cNvCxnSpPr>
            <a:cxnSpLocks/>
          </p:cNvCxnSpPr>
          <p:nvPr/>
        </p:nvCxnSpPr>
        <p:spPr>
          <a:xfrm>
            <a:off x="3319463" y="422275"/>
            <a:ext cx="8507412" cy="0"/>
          </a:xfrm>
          <a:prstGeom prst="line">
            <a:avLst/>
          </a:prstGeom>
          <a:ln w="12700">
            <a:solidFill>
              <a:srgbClr val="EF6822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6A17B965-6539-69D7-A350-48F48D9A44C1}"/>
              </a:ext>
            </a:extLst>
          </p:cNvPr>
          <p:cNvSpPr txBox="1"/>
          <p:nvPr/>
        </p:nvSpPr>
        <p:spPr>
          <a:xfrm>
            <a:off x="268288" y="223838"/>
            <a:ext cx="3738562" cy="3079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125"/>
              </a:spcBef>
              <a:spcAft>
                <a:spcPts val="125"/>
              </a:spcAft>
              <a:defRPr/>
            </a:pPr>
            <a:r>
              <a:rPr lang="en-US" sz="1400">
                <a:solidFill>
                  <a:schemeClr val="bg2">
                    <a:lumMod val="50000"/>
                  </a:schemeClr>
                </a:solidFill>
                <a:latin typeface="Helvetica" pitchFamily="2" charset="0"/>
                <a:cs typeface="Arial" panose="020B0604020202020204" pitchFamily="34" charset="0"/>
              </a:rPr>
              <a:t>Lorem ipsum is to create a natural</a:t>
            </a:r>
            <a:endParaRPr lang="en-VN" sz="1400">
              <a:solidFill>
                <a:schemeClr val="bg2">
                  <a:lumMod val="50000"/>
                </a:schemeClr>
              </a:solidFill>
              <a:latin typeface="Helvetica Light" panose="020B0403020202020204" pitchFamily="34" charset="0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79A836F-097A-59B4-92F3-F6EC9A83A4A5}"/>
              </a:ext>
            </a:extLst>
          </p:cNvPr>
          <p:cNvCxnSpPr>
            <a:cxnSpLocks/>
          </p:cNvCxnSpPr>
          <p:nvPr/>
        </p:nvCxnSpPr>
        <p:spPr>
          <a:xfrm>
            <a:off x="0" y="6729413"/>
            <a:ext cx="8486775" cy="1587"/>
          </a:xfrm>
          <a:prstGeom prst="line">
            <a:avLst/>
          </a:prstGeom>
          <a:ln w="12700">
            <a:solidFill>
              <a:srgbClr val="18459E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7D925CA-26CC-CD15-1B72-8EE282ABAA11}"/>
              </a:ext>
            </a:extLst>
          </p:cNvPr>
          <p:cNvCxnSpPr>
            <a:cxnSpLocks/>
          </p:cNvCxnSpPr>
          <p:nvPr/>
        </p:nvCxnSpPr>
        <p:spPr>
          <a:xfrm flipV="1">
            <a:off x="8486775" y="6388100"/>
            <a:ext cx="277813" cy="341313"/>
          </a:xfrm>
          <a:prstGeom prst="line">
            <a:avLst/>
          </a:prstGeom>
          <a:ln w="12700">
            <a:solidFill>
              <a:srgbClr val="18459E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A568608-0284-5A98-35A1-7E234C27A98C}"/>
              </a:ext>
            </a:extLst>
          </p:cNvPr>
          <p:cNvCxnSpPr>
            <a:cxnSpLocks/>
          </p:cNvCxnSpPr>
          <p:nvPr/>
        </p:nvCxnSpPr>
        <p:spPr>
          <a:xfrm>
            <a:off x="8764588" y="6388100"/>
            <a:ext cx="3443287" cy="0"/>
          </a:xfrm>
          <a:prstGeom prst="line">
            <a:avLst/>
          </a:prstGeom>
          <a:ln w="12700">
            <a:solidFill>
              <a:srgbClr val="18459E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Rectangle 16">
            <a:extLst>
              <a:ext uri="{FF2B5EF4-FFF2-40B4-BE49-F238E27FC236}">
                <a16:creationId xmlns:a16="http://schemas.microsoft.com/office/drawing/2014/main" id="{652A8220-85A2-E13F-8331-796D10C9CFB0}"/>
              </a:ext>
            </a:extLst>
          </p:cNvPr>
          <p:cNvSpPr/>
          <p:nvPr/>
        </p:nvSpPr>
        <p:spPr>
          <a:xfrm>
            <a:off x="8521700" y="6497638"/>
            <a:ext cx="3686175" cy="376237"/>
          </a:xfrm>
          <a:custGeom>
            <a:avLst/>
            <a:gdLst>
              <a:gd name="connsiteX0" fmla="*/ 0 w 2523344"/>
              <a:gd name="connsiteY0" fmla="*/ 0 h 482600"/>
              <a:gd name="connsiteX1" fmla="*/ 2523344 w 2523344"/>
              <a:gd name="connsiteY1" fmla="*/ 0 h 482600"/>
              <a:gd name="connsiteX2" fmla="*/ 2523344 w 2523344"/>
              <a:gd name="connsiteY2" fmla="*/ 482600 h 482600"/>
              <a:gd name="connsiteX3" fmla="*/ 0 w 2523344"/>
              <a:gd name="connsiteY3" fmla="*/ 482600 h 482600"/>
              <a:gd name="connsiteX4" fmla="*/ 0 w 2523344"/>
              <a:gd name="connsiteY4" fmla="*/ 0 h 482600"/>
              <a:gd name="connsiteX0" fmla="*/ 524655 w 2523344"/>
              <a:gd name="connsiteY0" fmla="*/ 14990 h 482600"/>
              <a:gd name="connsiteX1" fmla="*/ 2523344 w 2523344"/>
              <a:gd name="connsiteY1" fmla="*/ 0 h 482600"/>
              <a:gd name="connsiteX2" fmla="*/ 2523344 w 2523344"/>
              <a:gd name="connsiteY2" fmla="*/ 482600 h 482600"/>
              <a:gd name="connsiteX3" fmla="*/ 0 w 2523344"/>
              <a:gd name="connsiteY3" fmla="*/ 482600 h 482600"/>
              <a:gd name="connsiteX4" fmla="*/ 524655 w 2523344"/>
              <a:gd name="connsiteY4" fmla="*/ 14990 h 482600"/>
              <a:gd name="connsiteX0" fmla="*/ 404734 w 2523344"/>
              <a:gd name="connsiteY0" fmla="*/ 44971 h 482600"/>
              <a:gd name="connsiteX1" fmla="*/ 2523344 w 2523344"/>
              <a:gd name="connsiteY1" fmla="*/ 0 h 482600"/>
              <a:gd name="connsiteX2" fmla="*/ 2523344 w 2523344"/>
              <a:gd name="connsiteY2" fmla="*/ 482600 h 482600"/>
              <a:gd name="connsiteX3" fmla="*/ 0 w 2523344"/>
              <a:gd name="connsiteY3" fmla="*/ 482600 h 482600"/>
              <a:gd name="connsiteX4" fmla="*/ 404734 w 2523344"/>
              <a:gd name="connsiteY4" fmla="*/ 44971 h 482600"/>
              <a:gd name="connsiteX0" fmla="*/ 404734 w 2523344"/>
              <a:gd name="connsiteY0" fmla="*/ 0 h 482600"/>
              <a:gd name="connsiteX1" fmla="*/ 2523344 w 2523344"/>
              <a:gd name="connsiteY1" fmla="*/ 0 h 482600"/>
              <a:gd name="connsiteX2" fmla="*/ 2523344 w 2523344"/>
              <a:gd name="connsiteY2" fmla="*/ 482600 h 482600"/>
              <a:gd name="connsiteX3" fmla="*/ 0 w 2523344"/>
              <a:gd name="connsiteY3" fmla="*/ 482600 h 482600"/>
              <a:gd name="connsiteX4" fmla="*/ 404734 w 2523344"/>
              <a:gd name="connsiteY4" fmla="*/ 0 h 482600"/>
              <a:gd name="connsiteX0" fmla="*/ 493662 w 2523344"/>
              <a:gd name="connsiteY0" fmla="*/ 10816 h 482600"/>
              <a:gd name="connsiteX1" fmla="*/ 2523344 w 2523344"/>
              <a:gd name="connsiteY1" fmla="*/ 0 h 482600"/>
              <a:gd name="connsiteX2" fmla="*/ 2523344 w 2523344"/>
              <a:gd name="connsiteY2" fmla="*/ 482600 h 482600"/>
              <a:gd name="connsiteX3" fmla="*/ 0 w 2523344"/>
              <a:gd name="connsiteY3" fmla="*/ 482600 h 482600"/>
              <a:gd name="connsiteX4" fmla="*/ 493662 w 2523344"/>
              <a:gd name="connsiteY4" fmla="*/ 10816 h 482600"/>
              <a:gd name="connsiteX0" fmla="*/ 371386 w 2523344"/>
              <a:gd name="connsiteY0" fmla="*/ 10816 h 482600"/>
              <a:gd name="connsiteX1" fmla="*/ 2523344 w 2523344"/>
              <a:gd name="connsiteY1" fmla="*/ 0 h 482600"/>
              <a:gd name="connsiteX2" fmla="*/ 2523344 w 2523344"/>
              <a:gd name="connsiteY2" fmla="*/ 482600 h 482600"/>
              <a:gd name="connsiteX3" fmla="*/ 0 w 2523344"/>
              <a:gd name="connsiteY3" fmla="*/ 482600 h 482600"/>
              <a:gd name="connsiteX4" fmla="*/ 371386 w 2523344"/>
              <a:gd name="connsiteY4" fmla="*/ 10816 h 482600"/>
              <a:gd name="connsiteX0" fmla="*/ 406017 w 2557975"/>
              <a:gd name="connsiteY0" fmla="*/ 10816 h 488215"/>
              <a:gd name="connsiteX1" fmla="*/ 2557975 w 2557975"/>
              <a:gd name="connsiteY1" fmla="*/ 0 h 488215"/>
              <a:gd name="connsiteX2" fmla="*/ 2557975 w 2557975"/>
              <a:gd name="connsiteY2" fmla="*/ 482600 h 488215"/>
              <a:gd name="connsiteX3" fmla="*/ 0 w 2557975"/>
              <a:gd name="connsiteY3" fmla="*/ 488215 h 488215"/>
              <a:gd name="connsiteX4" fmla="*/ 406017 w 2557975"/>
              <a:gd name="connsiteY4" fmla="*/ 10816 h 488215"/>
              <a:gd name="connsiteX0" fmla="*/ 406017 w 4108665"/>
              <a:gd name="connsiteY0" fmla="*/ 10816 h 488215"/>
              <a:gd name="connsiteX1" fmla="*/ 2557975 w 4108665"/>
              <a:gd name="connsiteY1" fmla="*/ 0 h 488215"/>
              <a:gd name="connsiteX2" fmla="*/ 4108665 w 4108665"/>
              <a:gd name="connsiteY2" fmla="*/ 482600 h 488215"/>
              <a:gd name="connsiteX3" fmla="*/ 0 w 4108665"/>
              <a:gd name="connsiteY3" fmla="*/ 488215 h 488215"/>
              <a:gd name="connsiteX4" fmla="*/ 406017 w 4108665"/>
              <a:gd name="connsiteY4" fmla="*/ 10816 h 488215"/>
              <a:gd name="connsiteX0" fmla="*/ 406017 w 4108665"/>
              <a:gd name="connsiteY0" fmla="*/ 10816 h 488215"/>
              <a:gd name="connsiteX1" fmla="*/ 4108665 w 4108665"/>
              <a:gd name="connsiteY1" fmla="*/ 0 h 488215"/>
              <a:gd name="connsiteX2" fmla="*/ 4108665 w 4108665"/>
              <a:gd name="connsiteY2" fmla="*/ 482600 h 488215"/>
              <a:gd name="connsiteX3" fmla="*/ 0 w 4108665"/>
              <a:gd name="connsiteY3" fmla="*/ 488215 h 488215"/>
              <a:gd name="connsiteX4" fmla="*/ 406017 w 4108665"/>
              <a:gd name="connsiteY4" fmla="*/ 10816 h 488215"/>
              <a:gd name="connsiteX0" fmla="*/ 406017 w 4108665"/>
              <a:gd name="connsiteY0" fmla="*/ 0 h 477399"/>
              <a:gd name="connsiteX1" fmla="*/ 4108665 w 4108665"/>
              <a:gd name="connsiteY1" fmla="*/ 13519 h 477399"/>
              <a:gd name="connsiteX2" fmla="*/ 4108665 w 4108665"/>
              <a:gd name="connsiteY2" fmla="*/ 471784 h 477399"/>
              <a:gd name="connsiteX3" fmla="*/ 0 w 4108665"/>
              <a:gd name="connsiteY3" fmla="*/ 477399 h 477399"/>
              <a:gd name="connsiteX4" fmla="*/ 406017 w 4108665"/>
              <a:gd name="connsiteY4" fmla="*/ 0 h 477399"/>
              <a:gd name="connsiteX0" fmla="*/ 289036 w 3991684"/>
              <a:gd name="connsiteY0" fmla="*/ 0 h 471784"/>
              <a:gd name="connsiteX1" fmla="*/ 3991684 w 3991684"/>
              <a:gd name="connsiteY1" fmla="*/ 13519 h 471784"/>
              <a:gd name="connsiteX2" fmla="*/ 3991684 w 3991684"/>
              <a:gd name="connsiteY2" fmla="*/ 471784 h 471784"/>
              <a:gd name="connsiteX3" fmla="*/ 0 w 3991684"/>
              <a:gd name="connsiteY3" fmla="*/ 356682 h 471784"/>
              <a:gd name="connsiteX4" fmla="*/ 289036 w 3991684"/>
              <a:gd name="connsiteY4" fmla="*/ 0 h 471784"/>
              <a:gd name="connsiteX0" fmla="*/ 274856 w 3977504"/>
              <a:gd name="connsiteY0" fmla="*/ 0 h 471784"/>
              <a:gd name="connsiteX1" fmla="*/ 3977504 w 3977504"/>
              <a:gd name="connsiteY1" fmla="*/ 13519 h 471784"/>
              <a:gd name="connsiteX2" fmla="*/ 3977504 w 3977504"/>
              <a:gd name="connsiteY2" fmla="*/ 471784 h 471784"/>
              <a:gd name="connsiteX3" fmla="*/ 0 w 3977504"/>
              <a:gd name="connsiteY3" fmla="*/ 360131 h 471784"/>
              <a:gd name="connsiteX4" fmla="*/ 274856 w 3977504"/>
              <a:gd name="connsiteY4" fmla="*/ 0 h 471784"/>
              <a:gd name="connsiteX0" fmla="*/ 292580 w 3995228"/>
              <a:gd name="connsiteY0" fmla="*/ 0 h 471784"/>
              <a:gd name="connsiteX1" fmla="*/ 3995228 w 3995228"/>
              <a:gd name="connsiteY1" fmla="*/ 13519 h 471784"/>
              <a:gd name="connsiteX2" fmla="*/ 3995228 w 3995228"/>
              <a:gd name="connsiteY2" fmla="*/ 471784 h 471784"/>
              <a:gd name="connsiteX3" fmla="*/ 0 w 3995228"/>
              <a:gd name="connsiteY3" fmla="*/ 367029 h 471784"/>
              <a:gd name="connsiteX4" fmla="*/ 292580 w 3995228"/>
              <a:gd name="connsiteY4" fmla="*/ 0 h 471784"/>
              <a:gd name="connsiteX0" fmla="*/ 292580 w 3995228"/>
              <a:gd name="connsiteY0" fmla="*/ 0 h 385558"/>
              <a:gd name="connsiteX1" fmla="*/ 3995228 w 3995228"/>
              <a:gd name="connsiteY1" fmla="*/ 13519 h 385558"/>
              <a:gd name="connsiteX2" fmla="*/ 3662009 w 3995228"/>
              <a:gd name="connsiteY2" fmla="*/ 385558 h 385558"/>
              <a:gd name="connsiteX3" fmla="*/ 0 w 3995228"/>
              <a:gd name="connsiteY3" fmla="*/ 367029 h 385558"/>
              <a:gd name="connsiteX4" fmla="*/ 292580 w 3995228"/>
              <a:gd name="connsiteY4" fmla="*/ 0 h 385558"/>
              <a:gd name="connsiteX0" fmla="*/ 292580 w 3995228"/>
              <a:gd name="connsiteY0" fmla="*/ 0 h 367029"/>
              <a:gd name="connsiteX1" fmla="*/ 3995228 w 3995228"/>
              <a:gd name="connsiteY1" fmla="*/ 13519 h 367029"/>
              <a:gd name="connsiteX2" fmla="*/ 3640740 w 3995228"/>
              <a:gd name="connsiteY2" fmla="*/ 347618 h 367029"/>
              <a:gd name="connsiteX3" fmla="*/ 0 w 3995228"/>
              <a:gd name="connsiteY3" fmla="*/ 367029 h 367029"/>
              <a:gd name="connsiteX4" fmla="*/ 292580 w 3995228"/>
              <a:gd name="connsiteY4" fmla="*/ 0 h 367029"/>
              <a:gd name="connsiteX0" fmla="*/ 292580 w 3995228"/>
              <a:gd name="connsiteY0" fmla="*/ 0 h 367029"/>
              <a:gd name="connsiteX1" fmla="*/ 3995228 w 3995228"/>
              <a:gd name="connsiteY1" fmla="*/ 13519 h 367029"/>
              <a:gd name="connsiteX2" fmla="*/ 3630105 w 3995228"/>
              <a:gd name="connsiteY2" fmla="*/ 213104 h 367029"/>
              <a:gd name="connsiteX3" fmla="*/ 0 w 3995228"/>
              <a:gd name="connsiteY3" fmla="*/ 367029 h 367029"/>
              <a:gd name="connsiteX4" fmla="*/ 292580 w 3995228"/>
              <a:gd name="connsiteY4" fmla="*/ 0 h 367029"/>
              <a:gd name="connsiteX0" fmla="*/ 292580 w 3995228"/>
              <a:gd name="connsiteY0" fmla="*/ 0 h 367029"/>
              <a:gd name="connsiteX1" fmla="*/ 3995228 w 3995228"/>
              <a:gd name="connsiteY1" fmla="*/ 13519 h 367029"/>
              <a:gd name="connsiteX2" fmla="*/ 3615926 w 3995228"/>
              <a:gd name="connsiteY2" fmla="*/ 354515 h 367029"/>
              <a:gd name="connsiteX3" fmla="*/ 0 w 3995228"/>
              <a:gd name="connsiteY3" fmla="*/ 367029 h 367029"/>
              <a:gd name="connsiteX4" fmla="*/ 292580 w 3995228"/>
              <a:gd name="connsiteY4" fmla="*/ 0 h 367029"/>
              <a:gd name="connsiteX0" fmla="*/ 278400 w 3981048"/>
              <a:gd name="connsiteY0" fmla="*/ 0 h 360131"/>
              <a:gd name="connsiteX1" fmla="*/ 3981048 w 3981048"/>
              <a:gd name="connsiteY1" fmla="*/ 13519 h 360131"/>
              <a:gd name="connsiteX2" fmla="*/ 3601746 w 3981048"/>
              <a:gd name="connsiteY2" fmla="*/ 354515 h 360131"/>
              <a:gd name="connsiteX3" fmla="*/ 0 w 3981048"/>
              <a:gd name="connsiteY3" fmla="*/ 360131 h 360131"/>
              <a:gd name="connsiteX4" fmla="*/ 278400 w 3981048"/>
              <a:gd name="connsiteY4" fmla="*/ 0 h 360131"/>
              <a:gd name="connsiteX0" fmla="*/ 285490 w 3988138"/>
              <a:gd name="connsiteY0" fmla="*/ 0 h 360131"/>
              <a:gd name="connsiteX1" fmla="*/ 3988138 w 3988138"/>
              <a:gd name="connsiteY1" fmla="*/ 13519 h 360131"/>
              <a:gd name="connsiteX2" fmla="*/ 3608836 w 3988138"/>
              <a:gd name="connsiteY2" fmla="*/ 354515 h 360131"/>
              <a:gd name="connsiteX3" fmla="*/ 0 w 3988138"/>
              <a:gd name="connsiteY3" fmla="*/ 360131 h 360131"/>
              <a:gd name="connsiteX4" fmla="*/ 285490 w 3988138"/>
              <a:gd name="connsiteY4" fmla="*/ 0 h 360131"/>
              <a:gd name="connsiteX0" fmla="*/ 299670 w 4002318"/>
              <a:gd name="connsiteY0" fmla="*/ 0 h 360131"/>
              <a:gd name="connsiteX1" fmla="*/ 4002318 w 4002318"/>
              <a:gd name="connsiteY1" fmla="*/ 13519 h 360131"/>
              <a:gd name="connsiteX2" fmla="*/ 3623016 w 4002318"/>
              <a:gd name="connsiteY2" fmla="*/ 354515 h 360131"/>
              <a:gd name="connsiteX3" fmla="*/ 0 w 4002318"/>
              <a:gd name="connsiteY3" fmla="*/ 360131 h 360131"/>
              <a:gd name="connsiteX4" fmla="*/ 299670 w 4002318"/>
              <a:gd name="connsiteY4" fmla="*/ 0 h 360131"/>
              <a:gd name="connsiteX0" fmla="*/ 299670 w 3623016"/>
              <a:gd name="connsiteY0" fmla="*/ 0 h 360131"/>
              <a:gd name="connsiteX1" fmla="*/ 3615926 w 3623016"/>
              <a:gd name="connsiteY1" fmla="*/ 10070 h 360131"/>
              <a:gd name="connsiteX2" fmla="*/ 3623016 w 3623016"/>
              <a:gd name="connsiteY2" fmla="*/ 354515 h 360131"/>
              <a:gd name="connsiteX3" fmla="*/ 0 w 3623016"/>
              <a:gd name="connsiteY3" fmla="*/ 360131 h 360131"/>
              <a:gd name="connsiteX4" fmla="*/ 299670 w 3623016"/>
              <a:gd name="connsiteY4" fmla="*/ 0 h 360131"/>
              <a:gd name="connsiteX0" fmla="*/ 299670 w 3630106"/>
              <a:gd name="connsiteY0" fmla="*/ 277 h 360408"/>
              <a:gd name="connsiteX1" fmla="*/ 3630106 w 3630106"/>
              <a:gd name="connsiteY1" fmla="*/ 0 h 360408"/>
              <a:gd name="connsiteX2" fmla="*/ 3623016 w 3630106"/>
              <a:gd name="connsiteY2" fmla="*/ 354792 h 360408"/>
              <a:gd name="connsiteX3" fmla="*/ 0 w 3630106"/>
              <a:gd name="connsiteY3" fmla="*/ 360408 h 360408"/>
              <a:gd name="connsiteX4" fmla="*/ 299670 w 3630106"/>
              <a:gd name="connsiteY4" fmla="*/ 277 h 3604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30106" h="360408">
                <a:moveTo>
                  <a:pt x="299670" y="277"/>
                </a:moveTo>
                <a:lnTo>
                  <a:pt x="3630106" y="0"/>
                </a:lnTo>
                <a:lnTo>
                  <a:pt x="3623016" y="354792"/>
                </a:lnTo>
                <a:lnTo>
                  <a:pt x="0" y="360408"/>
                </a:lnTo>
                <a:lnTo>
                  <a:pt x="299670" y="277"/>
                </a:lnTo>
                <a:close/>
              </a:path>
            </a:pathLst>
          </a:custGeom>
          <a:solidFill>
            <a:srgbClr val="EF68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V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8EE26-0CCC-84DB-7C4E-577088A1E1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68338"/>
            <a:ext cx="10515600" cy="423862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lnSpc>
                <a:spcPct val="135000"/>
              </a:lnSpc>
              <a:spcAft>
                <a:spcPts val="0"/>
              </a:spcAft>
              <a:defRPr/>
            </a:pPr>
            <a:endParaRPr lang="vi-VN" sz="2200" b="1">
              <a:solidFill>
                <a:srgbClr val="EF6822"/>
              </a:solidFill>
              <a:latin typeface="Helvetica" pitchFamily="2" charset="0"/>
            </a:endParaRPr>
          </a:p>
        </p:txBody>
      </p:sp>
      <p:sp>
        <p:nvSpPr>
          <p:cNvPr id="17411" name="Text Placeholder 2">
            <a:extLst>
              <a:ext uri="{FF2B5EF4-FFF2-40B4-BE49-F238E27FC236}">
                <a16:creationId xmlns:a16="http://schemas.microsoft.com/office/drawing/2014/main" id="{521C33AB-E7D9-FB6F-123D-920CF8D6C5E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9788" y="1125538"/>
            <a:ext cx="5157787" cy="598487"/>
          </a:xfrm>
        </p:spPr>
        <p:txBody>
          <a:bodyPr/>
          <a:lstStyle/>
          <a:p>
            <a:pPr eaLnBrk="1" hangingPunct="1">
              <a:lnSpc>
                <a:spcPct val="135000"/>
              </a:lnSpc>
            </a:pPr>
            <a:endParaRPr lang="vi-VN" altLang="en-US" sz="1800">
              <a:solidFill>
                <a:srgbClr val="18459E"/>
              </a:solidFill>
              <a:latin typeface="Helvetica" panose="020B0604020202020204" pitchFamily="34" charset="0"/>
            </a:endParaRPr>
          </a:p>
        </p:txBody>
      </p:sp>
      <p:sp>
        <p:nvSpPr>
          <p:cNvPr id="17412" name="Content Placeholder 3">
            <a:extLst>
              <a:ext uri="{FF2B5EF4-FFF2-40B4-BE49-F238E27FC236}">
                <a16:creationId xmlns:a16="http://schemas.microsoft.com/office/drawing/2014/main" id="{F1D63B2D-6993-8243-B3AD-61455F694A91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>
          <a:xfrm>
            <a:off x="839788" y="1758950"/>
            <a:ext cx="5157787" cy="4430713"/>
          </a:xfrm>
        </p:spPr>
        <p:txBody>
          <a:bodyPr/>
          <a:lstStyle/>
          <a:p>
            <a:pPr marL="0" indent="0" eaLnBrk="1" hangingPunct="1">
              <a:lnSpc>
                <a:spcPct val="135000"/>
              </a:lnSpc>
              <a:buFont typeface="Arial" panose="020B0604020202020204" pitchFamily="34" charset="0"/>
              <a:buNone/>
            </a:pPr>
            <a:endParaRPr lang="vi-VN" altLang="en-US" sz="1300">
              <a:latin typeface="Helvetica" panose="020B0604020202020204" pitchFamily="34" charset="0"/>
            </a:endParaRPr>
          </a:p>
        </p:txBody>
      </p:sp>
      <p:sp>
        <p:nvSpPr>
          <p:cNvPr id="17413" name="Text Placeholder 4">
            <a:extLst>
              <a:ext uri="{FF2B5EF4-FFF2-40B4-BE49-F238E27FC236}">
                <a16:creationId xmlns:a16="http://schemas.microsoft.com/office/drawing/2014/main" id="{67093D63-F74E-6383-80ED-4573F1288E25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>
          <a:xfrm>
            <a:off x="6172200" y="1125538"/>
            <a:ext cx="5183188" cy="598487"/>
          </a:xfrm>
        </p:spPr>
        <p:txBody>
          <a:bodyPr/>
          <a:lstStyle/>
          <a:p>
            <a:pPr eaLnBrk="1" hangingPunct="1">
              <a:lnSpc>
                <a:spcPct val="135000"/>
              </a:lnSpc>
            </a:pPr>
            <a:endParaRPr lang="vi-VN" altLang="en-US" sz="1800">
              <a:solidFill>
                <a:srgbClr val="18459E"/>
              </a:solidFill>
            </a:endParaRPr>
          </a:p>
        </p:txBody>
      </p:sp>
      <p:sp>
        <p:nvSpPr>
          <p:cNvPr id="17414" name="Content Placeholder 5">
            <a:extLst>
              <a:ext uri="{FF2B5EF4-FFF2-40B4-BE49-F238E27FC236}">
                <a16:creationId xmlns:a16="http://schemas.microsoft.com/office/drawing/2014/main" id="{3A338067-5988-F8C3-3463-241904229647}"/>
              </a:ext>
            </a:extLst>
          </p:cNvPr>
          <p:cNvSpPr>
            <a:spLocks noGrp="1" noChangeArrowheads="1"/>
          </p:cNvSpPr>
          <p:nvPr>
            <p:ph sz="quarter" idx="4"/>
          </p:nvPr>
        </p:nvSpPr>
        <p:spPr>
          <a:xfrm>
            <a:off x="6172200" y="1758950"/>
            <a:ext cx="5183188" cy="4430713"/>
          </a:xfrm>
        </p:spPr>
        <p:txBody>
          <a:bodyPr/>
          <a:lstStyle/>
          <a:p>
            <a:pPr marL="0" indent="0" eaLnBrk="1" hangingPunct="1">
              <a:lnSpc>
                <a:spcPct val="135000"/>
              </a:lnSpc>
              <a:buFont typeface="Arial" panose="020B0604020202020204" pitchFamily="34" charset="0"/>
              <a:buNone/>
            </a:pPr>
            <a:endParaRPr lang="vi-VN" altLang="en-US" sz="1300">
              <a:latin typeface="Helvetica" panose="020B0604020202020204" pitchFamily="34" charset="0"/>
            </a:endParaRPr>
          </a:p>
        </p:txBody>
      </p:sp>
      <p:sp>
        <p:nvSpPr>
          <p:cNvPr id="11" name="Rectangle 16">
            <a:extLst>
              <a:ext uri="{FF2B5EF4-FFF2-40B4-BE49-F238E27FC236}">
                <a16:creationId xmlns:a16="http://schemas.microsoft.com/office/drawing/2014/main" id="{A8E86034-9623-22BE-C5CD-A160788CD38D}"/>
              </a:ext>
            </a:extLst>
          </p:cNvPr>
          <p:cNvSpPr/>
          <p:nvPr/>
        </p:nvSpPr>
        <p:spPr>
          <a:xfrm flipH="1">
            <a:off x="-12700" y="6608763"/>
            <a:ext cx="1227138" cy="266700"/>
          </a:xfrm>
          <a:custGeom>
            <a:avLst/>
            <a:gdLst>
              <a:gd name="connsiteX0" fmla="*/ 0 w 2523344"/>
              <a:gd name="connsiteY0" fmla="*/ 0 h 482600"/>
              <a:gd name="connsiteX1" fmla="*/ 2523344 w 2523344"/>
              <a:gd name="connsiteY1" fmla="*/ 0 h 482600"/>
              <a:gd name="connsiteX2" fmla="*/ 2523344 w 2523344"/>
              <a:gd name="connsiteY2" fmla="*/ 482600 h 482600"/>
              <a:gd name="connsiteX3" fmla="*/ 0 w 2523344"/>
              <a:gd name="connsiteY3" fmla="*/ 482600 h 482600"/>
              <a:gd name="connsiteX4" fmla="*/ 0 w 2523344"/>
              <a:gd name="connsiteY4" fmla="*/ 0 h 482600"/>
              <a:gd name="connsiteX0" fmla="*/ 524655 w 2523344"/>
              <a:gd name="connsiteY0" fmla="*/ 14990 h 482600"/>
              <a:gd name="connsiteX1" fmla="*/ 2523344 w 2523344"/>
              <a:gd name="connsiteY1" fmla="*/ 0 h 482600"/>
              <a:gd name="connsiteX2" fmla="*/ 2523344 w 2523344"/>
              <a:gd name="connsiteY2" fmla="*/ 482600 h 482600"/>
              <a:gd name="connsiteX3" fmla="*/ 0 w 2523344"/>
              <a:gd name="connsiteY3" fmla="*/ 482600 h 482600"/>
              <a:gd name="connsiteX4" fmla="*/ 524655 w 2523344"/>
              <a:gd name="connsiteY4" fmla="*/ 14990 h 482600"/>
              <a:gd name="connsiteX0" fmla="*/ 404734 w 2523344"/>
              <a:gd name="connsiteY0" fmla="*/ 44971 h 482600"/>
              <a:gd name="connsiteX1" fmla="*/ 2523344 w 2523344"/>
              <a:gd name="connsiteY1" fmla="*/ 0 h 482600"/>
              <a:gd name="connsiteX2" fmla="*/ 2523344 w 2523344"/>
              <a:gd name="connsiteY2" fmla="*/ 482600 h 482600"/>
              <a:gd name="connsiteX3" fmla="*/ 0 w 2523344"/>
              <a:gd name="connsiteY3" fmla="*/ 482600 h 482600"/>
              <a:gd name="connsiteX4" fmla="*/ 404734 w 2523344"/>
              <a:gd name="connsiteY4" fmla="*/ 44971 h 482600"/>
              <a:gd name="connsiteX0" fmla="*/ 404734 w 2523344"/>
              <a:gd name="connsiteY0" fmla="*/ 0 h 482600"/>
              <a:gd name="connsiteX1" fmla="*/ 2523344 w 2523344"/>
              <a:gd name="connsiteY1" fmla="*/ 0 h 482600"/>
              <a:gd name="connsiteX2" fmla="*/ 2523344 w 2523344"/>
              <a:gd name="connsiteY2" fmla="*/ 482600 h 482600"/>
              <a:gd name="connsiteX3" fmla="*/ 0 w 2523344"/>
              <a:gd name="connsiteY3" fmla="*/ 482600 h 482600"/>
              <a:gd name="connsiteX4" fmla="*/ 404734 w 2523344"/>
              <a:gd name="connsiteY4" fmla="*/ 0 h 482600"/>
              <a:gd name="connsiteX0" fmla="*/ 493662 w 2523344"/>
              <a:gd name="connsiteY0" fmla="*/ 10816 h 482600"/>
              <a:gd name="connsiteX1" fmla="*/ 2523344 w 2523344"/>
              <a:gd name="connsiteY1" fmla="*/ 0 h 482600"/>
              <a:gd name="connsiteX2" fmla="*/ 2523344 w 2523344"/>
              <a:gd name="connsiteY2" fmla="*/ 482600 h 482600"/>
              <a:gd name="connsiteX3" fmla="*/ 0 w 2523344"/>
              <a:gd name="connsiteY3" fmla="*/ 482600 h 482600"/>
              <a:gd name="connsiteX4" fmla="*/ 493662 w 2523344"/>
              <a:gd name="connsiteY4" fmla="*/ 10816 h 482600"/>
              <a:gd name="connsiteX0" fmla="*/ 371386 w 2523344"/>
              <a:gd name="connsiteY0" fmla="*/ 10816 h 482600"/>
              <a:gd name="connsiteX1" fmla="*/ 2523344 w 2523344"/>
              <a:gd name="connsiteY1" fmla="*/ 0 h 482600"/>
              <a:gd name="connsiteX2" fmla="*/ 2523344 w 2523344"/>
              <a:gd name="connsiteY2" fmla="*/ 482600 h 482600"/>
              <a:gd name="connsiteX3" fmla="*/ 0 w 2523344"/>
              <a:gd name="connsiteY3" fmla="*/ 482600 h 482600"/>
              <a:gd name="connsiteX4" fmla="*/ 371386 w 2523344"/>
              <a:gd name="connsiteY4" fmla="*/ 10816 h 482600"/>
              <a:gd name="connsiteX0" fmla="*/ 406017 w 2557975"/>
              <a:gd name="connsiteY0" fmla="*/ 10816 h 488215"/>
              <a:gd name="connsiteX1" fmla="*/ 2557975 w 2557975"/>
              <a:gd name="connsiteY1" fmla="*/ 0 h 488215"/>
              <a:gd name="connsiteX2" fmla="*/ 2557975 w 2557975"/>
              <a:gd name="connsiteY2" fmla="*/ 482600 h 488215"/>
              <a:gd name="connsiteX3" fmla="*/ 0 w 2557975"/>
              <a:gd name="connsiteY3" fmla="*/ 488215 h 488215"/>
              <a:gd name="connsiteX4" fmla="*/ 406017 w 2557975"/>
              <a:gd name="connsiteY4" fmla="*/ 10816 h 488215"/>
              <a:gd name="connsiteX0" fmla="*/ 406017 w 4108665"/>
              <a:gd name="connsiteY0" fmla="*/ 10816 h 488215"/>
              <a:gd name="connsiteX1" fmla="*/ 2557975 w 4108665"/>
              <a:gd name="connsiteY1" fmla="*/ 0 h 488215"/>
              <a:gd name="connsiteX2" fmla="*/ 4108665 w 4108665"/>
              <a:gd name="connsiteY2" fmla="*/ 482600 h 488215"/>
              <a:gd name="connsiteX3" fmla="*/ 0 w 4108665"/>
              <a:gd name="connsiteY3" fmla="*/ 488215 h 488215"/>
              <a:gd name="connsiteX4" fmla="*/ 406017 w 4108665"/>
              <a:gd name="connsiteY4" fmla="*/ 10816 h 488215"/>
              <a:gd name="connsiteX0" fmla="*/ 406017 w 4108665"/>
              <a:gd name="connsiteY0" fmla="*/ 10816 h 488215"/>
              <a:gd name="connsiteX1" fmla="*/ 4108665 w 4108665"/>
              <a:gd name="connsiteY1" fmla="*/ 0 h 488215"/>
              <a:gd name="connsiteX2" fmla="*/ 4108665 w 4108665"/>
              <a:gd name="connsiteY2" fmla="*/ 482600 h 488215"/>
              <a:gd name="connsiteX3" fmla="*/ 0 w 4108665"/>
              <a:gd name="connsiteY3" fmla="*/ 488215 h 488215"/>
              <a:gd name="connsiteX4" fmla="*/ 406017 w 4108665"/>
              <a:gd name="connsiteY4" fmla="*/ 10816 h 488215"/>
              <a:gd name="connsiteX0" fmla="*/ 406017 w 4108665"/>
              <a:gd name="connsiteY0" fmla="*/ 0 h 477399"/>
              <a:gd name="connsiteX1" fmla="*/ 4108665 w 4108665"/>
              <a:gd name="connsiteY1" fmla="*/ 13519 h 477399"/>
              <a:gd name="connsiteX2" fmla="*/ 4108665 w 4108665"/>
              <a:gd name="connsiteY2" fmla="*/ 471784 h 477399"/>
              <a:gd name="connsiteX3" fmla="*/ 0 w 4108665"/>
              <a:gd name="connsiteY3" fmla="*/ 477399 h 477399"/>
              <a:gd name="connsiteX4" fmla="*/ 406017 w 4108665"/>
              <a:gd name="connsiteY4" fmla="*/ 0 h 477399"/>
              <a:gd name="connsiteX0" fmla="*/ 406017 w 4108665"/>
              <a:gd name="connsiteY0" fmla="*/ 4924 h 482323"/>
              <a:gd name="connsiteX1" fmla="*/ 1464331 w 4108665"/>
              <a:gd name="connsiteY1" fmla="*/ 0 h 482323"/>
              <a:gd name="connsiteX2" fmla="*/ 4108665 w 4108665"/>
              <a:gd name="connsiteY2" fmla="*/ 476708 h 482323"/>
              <a:gd name="connsiteX3" fmla="*/ 0 w 4108665"/>
              <a:gd name="connsiteY3" fmla="*/ 482323 h 482323"/>
              <a:gd name="connsiteX4" fmla="*/ 406017 w 4108665"/>
              <a:gd name="connsiteY4" fmla="*/ 4924 h 482323"/>
              <a:gd name="connsiteX0" fmla="*/ 406017 w 1473808"/>
              <a:gd name="connsiteY0" fmla="*/ 4924 h 482323"/>
              <a:gd name="connsiteX1" fmla="*/ 1464331 w 1473808"/>
              <a:gd name="connsiteY1" fmla="*/ 0 h 482323"/>
              <a:gd name="connsiteX2" fmla="*/ 1473808 w 1473808"/>
              <a:gd name="connsiteY2" fmla="*/ 476708 h 482323"/>
              <a:gd name="connsiteX3" fmla="*/ 0 w 1473808"/>
              <a:gd name="connsiteY3" fmla="*/ 482323 h 482323"/>
              <a:gd name="connsiteX4" fmla="*/ 406017 w 1473808"/>
              <a:gd name="connsiteY4" fmla="*/ 4924 h 482323"/>
              <a:gd name="connsiteX0" fmla="*/ 406017 w 1473808"/>
              <a:gd name="connsiteY0" fmla="*/ 4924 h 485929"/>
              <a:gd name="connsiteX1" fmla="*/ 1464331 w 1473808"/>
              <a:gd name="connsiteY1" fmla="*/ 0 h 485929"/>
              <a:gd name="connsiteX2" fmla="*/ 1473808 w 1473808"/>
              <a:gd name="connsiteY2" fmla="*/ 485929 h 485929"/>
              <a:gd name="connsiteX3" fmla="*/ 0 w 1473808"/>
              <a:gd name="connsiteY3" fmla="*/ 482323 h 485929"/>
              <a:gd name="connsiteX4" fmla="*/ 406017 w 1473808"/>
              <a:gd name="connsiteY4" fmla="*/ 4924 h 485929"/>
              <a:gd name="connsiteX0" fmla="*/ 406017 w 1473808"/>
              <a:gd name="connsiteY0" fmla="*/ 0 h 481005"/>
              <a:gd name="connsiteX1" fmla="*/ 1401804 w 1473808"/>
              <a:gd name="connsiteY1" fmla="*/ 1160 h 481005"/>
              <a:gd name="connsiteX2" fmla="*/ 1473808 w 1473808"/>
              <a:gd name="connsiteY2" fmla="*/ 481005 h 481005"/>
              <a:gd name="connsiteX3" fmla="*/ 0 w 1473808"/>
              <a:gd name="connsiteY3" fmla="*/ 477399 h 481005"/>
              <a:gd name="connsiteX4" fmla="*/ 406017 w 1473808"/>
              <a:gd name="connsiteY4" fmla="*/ 0 h 481005"/>
              <a:gd name="connsiteX0" fmla="*/ 406017 w 1401804"/>
              <a:gd name="connsiteY0" fmla="*/ 0 h 477399"/>
              <a:gd name="connsiteX1" fmla="*/ 1401804 w 1401804"/>
              <a:gd name="connsiteY1" fmla="*/ 1160 h 477399"/>
              <a:gd name="connsiteX2" fmla="*/ 1392522 w 1401804"/>
              <a:gd name="connsiteY2" fmla="*/ 265032 h 477399"/>
              <a:gd name="connsiteX3" fmla="*/ 0 w 1401804"/>
              <a:gd name="connsiteY3" fmla="*/ 477399 h 477399"/>
              <a:gd name="connsiteX4" fmla="*/ 406017 w 1401804"/>
              <a:gd name="connsiteY4" fmla="*/ 0 h 477399"/>
              <a:gd name="connsiteX0" fmla="*/ 406017 w 1405028"/>
              <a:gd name="connsiteY0" fmla="*/ 0 h 477399"/>
              <a:gd name="connsiteX1" fmla="*/ 1401804 w 1405028"/>
              <a:gd name="connsiteY1" fmla="*/ 1160 h 477399"/>
              <a:gd name="connsiteX2" fmla="*/ 1405028 w 1405028"/>
              <a:gd name="connsiteY2" fmla="*/ 261990 h 477399"/>
              <a:gd name="connsiteX3" fmla="*/ 0 w 1405028"/>
              <a:gd name="connsiteY3" fmla="*/ 477399 h 477399"/>
              <a:gd name="connsiteX4" fmla="*/ 406017 w 1405028"/>
              <a:gd name="connsiteY4" fmla="*/ 0 h 477399"/>
              <a:gd name="connsiteX0" fmla="*/ 406017 w 1402126"/>
              <a:gd name="connsiteY0" fmla="*/ 0 h 477399"/>
              <a:gd name="connsiteX1" fmla="*/ 1401804 w 1402126"/>
              <a:gd name="connsiteY1" fmla="*/ 1160 h 477399"/>
              <a:gd name="connsiteX2" fmla="*/ 1401902 w 1402126"/>
              <a:gd name="connsiteY2" fmla="*/ 255906 h 477399"/>
              <a:gd name="connsiteX3" fmla="*/ 0 w 1402126"/>
              <a:gd name="connsiteY3" fmla="*/ 477399 h 477399"/>
              <a:gd name="connsiteX4" fmla="*/ 406017 w 1402126"/>
              <a:gd name="connsiteY4" fmla="*/ 0 h 477399"/>
              <a:gd name="connsiteX0" fmla="*/ 205928 w 1202037"/>
              <a:gd name="connsiteY0" fmla="*/ 0 h 255906"/>
              <a:gd name="connsiteX1" fmla="*/ 1201715 w 1202037"/>
              <a:gd name="connsiteY1" fmla="*/ 1160 h 255906"/>
              <a:gd name="connsiteX2" fmla="*/ 1201813 w 1202037"/>
              <a:gd name="connsiteY2" fmla="*/ 255906 h 255906"/>
              <a:gd name="connsiteX3" fmla="*/ 0 w 1202037"/>
              <a:gd name="connsiteY3" fmla="*/ 240133 h 255906"/>
              <a:gd name="connsiteX4" fmla="*/ 205928 w 1202037"/>
              <a:gd name="connsiteY4" fmla="*/ 0 h 255906"/>
              <a:gd name="connsiteX0" fmla="*/ 212181 w 1208290"/>
              <a:gd name="connsiteY0" fmla="*/ 0 h 255906"/>
              <a:gd name="connsiteX1" fmla="*/ 1207968 w 1208290"/>
              <a:gd name="connsiteY1" fmla="*/ 1160 h 255906"/>
              <a:gd name="connsiteX2" fmla="*/ 1208066 w 1208290"/>
              <a:gd name="connsiteY2" fmla="*/ 255906 h 255906"/>
              <a:gd name="connsiteX3" fmla="*/ 0 w 1208290"/>
              <a:gd name="connsiteY3" fmla="*/ 252301 h 255906"/>
              <a:gd name="connsiteX4" fmla="*/ 212181 w 1208290"/>
              <a:gd name="connsiteY4" fmla="*/ 0 h 2559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08290" h="255906">
                <a:moveTo>
                  <a:pt x="212181" y="0"/>
                </a:moveTo>
                <a:lnTo>
                  <a:pt x="1207968" y="1160"/>
                </a:lnTo>
                <a:cubicBezTo>
                  <a:pt x="1209043" y="88103"/>
                  <a:pt x="1206991" y="168963"/>
                  <a:pt x="1208066" y="255906"/>
                </a:cubicBezTo>
                <a:lnTo>
                  <a:pt x="0" y="252301"/>
                </a:lnTo>
                <a:lnTo>
                  <a:pt x="212181" y="0"/>
                </a:lnTo>
                <a:close/>
              </a:path>
            </a:pathLst>
          </a:custGeom>
          <a:solidFill>
            <a:srgbClr val="1845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VN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6B083EF-3C77-AC98-024A-6ADFDBF46DD0}"/>
              </a:ext>
            </a:extLst>
          </p:cNvPr>
          <p:cNvCxnSpPr>
            <a:cxnSpLocks/>
          </p:cNvCxnSpPr>
          <p:nvPr/>
        </p:nvCxnSpPr>
        <p:spPr>
          <a:xfrm>
            <a:off x="0" y="6729413"/>
            <a:ext cx="8486775" cy="1587"/>
          </a:xfrm>
          <a:prstGeom prst="line">
            <a:avLst/>
          </a:prstGeom>
          <a:ln w="12700">
            <a:solidFill>
              <a:srgbClr val="18459E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245AB39-EE2A-361E-D32B-9FEEC860E6F9}"/>
              </a:ext>
            </a:extLst>
          </p:cNvPr>
          <p:cNvCxnSpPr>
            <a:cxnSpLocks/>
          </p:cNvCxnSpPr>
          <p:nvPr/>
        </p:nvCxnSpPr>
        <p:spPr>
          <a:xfrm flipV="1">
            <a:off x="8486775" y="6388100"/>
            <a:ext cx="277813" cy="341313"/>
          </a:xfrm>
          <a:prstGeom prst="line">
            <a:avLst/>
          </a:prstGeom>
          <a:ln w="12700">
            <a:solidFill>
              <a:srgbClr val="18459E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5D2A2D1-028B-E72F-2763-39B5071A5CA8}"/>
              </a:ext>
            </a:extLst>
          </p:cNvPr>
          <p:cNvCxnSpPr>
            <a:cxnSpLocks/>
          </p:cNvCxnSpPr>
          <p:nvPr/>
        </p:nvCxnSpPr>
        <p:spPr>
          <a:xfrm>
            <a:off x="8764588" y="6388100"/>
            <a:ext cx="3443287" cy="0"/>
          </a:xfrm>
          <a:prstGeom prst="line">
            <a:avLst/>
          </a:prstGeom>
          <a:ln w="12700">
            <a:solidFill>
              <a:srgbClr val="18459E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Rectangle 16">
            <a:extLst>
              <a:ext uri="{FF2B5EF4-FFF2-40B4-BE49-F238E27FC236}">
                <a16:creationId xmlns:a16="http://schemas.microsoft.com/office/drawing/2014/main" id="{1CADA291-C04C-B06D-2257-E50B0E821F8F}"/>
              </a:ext>
            </a:extLst>
          </p:cNvPr>
          <p:cNvSpPr/>
          <p:nvPr/>
        </p:nvSpPr>
        <p:spPr>
          <a:xfrm>
            <a:off x="8521700" y="6497638"/>
            <a:ext cx="3686175" cy="376237"/>
          </a:xfrm>
          <a:custGeom>
            <a:avLst/>
            <a:gdLst>
              <a:gd name="connsiteX0" fmla="*/ 0 w 2523344"/>
              <a:gd name="connsiteY0" fmla="*/ 0 h 482600"/>
              <a:gd name="connsiteX1" fmla="*/ 2523344 w 2523344"/>
              <a:gd name="connsiteY1" fmla="*/ 0 h 482600"/>
              <a:gd name="connsiteX2" fmla="*/ 2523344 w 2523344"/>
              <a:gd name="connsiteY2" fmla="*/ 482600 h 482600"/>
              <a:gd name="connsiteX3" fmla="*/ 0 w 2523344"/>
              <a:gd name="connsiteY3" fmla="*/ 482600 h 482600"/>
              <a:gd name="connsiteX4" fmla="*/ 0 w 2523344"/>
              <a:gd name="connsiteY4" fmla="*/ 0 h 482600"/>
              <a:gd name="connsiteX0" fmla="*/ 524655 w 2523344"/>
              <a:gd name="connsiteY0" fmla="*/ 14990 h 482600"/>
              <a:gd name="connsiteX1" fmla="*/ 2523344 w 2523344"/>
              <a:gd name="connsiteY1" fmla="*/ 0 h 482600"/>
              <a:gd name="connsiteX2" fmla="*/ 2523344 w 2523344"/>
              <a:gd name="connsiteY2" fmla="*/ 482600 h 482600"/>
              <a:gd name="connsiteX3" fmla="*/ 0 w 2523344"/>
              <a:gd name="connsiteY3" fmla="*/ 482600 h 482600"/>
              <a:gd name="connsiteX4" fmla="*/ 524655 w 2523344"/>
              <a:gd name="connsiteY4" fmla="*/ 14990 h 482600"/>
              <a:gd name="connsiteX0" fmla="*/ 404734 w 2523344"/>
              <a:gd name="connsiteY0" fmla="*/ 44971 h 482600"/>
              <a:gd name="connsiteX1" fmla="*/ 2523344 w 2523344"/>
              <a:gd name="connsiteY1" fmla="*/ 0 h 482600"/>
              <a:gd name="connsiteX2" fmla="*/ 2523344 w 2523344"/>
              <a:gd name="connsiteY2" fmla="*/ 482600 h 482600"/>
              <a:gd name="connsiteX3" fmla="*/ 0 w 2523344"/>
              <a:gd name="connsiteY3" fmla="*/ 482600 h 482600"/>
              <a:gd name="connsiteX4" fmla="*/ 404734 w 2523344"/>
              <a:gd name="connsiteY4" fmla="*/ 44971 h 482600"/>
              <a:gd name="connsiteX0" fmla="*/ 404734 w 2523344"/>
              <a:gd name="connsiteY0" fmla="*/ 0 h 482600"/>
              <a:gd name="connsiteX1" fmla="*/ 2523344 w 2523344"/>
              <a:gd name="connsiteY1" fmla="*/ 0 h 482600"/>
              <a:gd name="connsiteX2" fmla="*/ 2523344 w 2523344"/>
              <a:gd name="connsiteY2" fmla="*/ 482600 h 482600"/>
              <a:gd name="connsiteX3" fmla="*/ 0 w 2523344"/>
              <a:gd name="connsiteY3" fmla="*/ 482600 h 482600"/>
              <a:gd name="connsiteX4" fmla="*/ 404734 w 2523344"/>
              <a:gd name="connsiteY4" fmla="*/ 0 h 482600"/>
              <a:gd name="connsiteX0" fmla="*/ 493662 w 2523344"/>
              <a:gd name="connsiteY0" fmla="*/ 10816 h 482600"/>
              <a:gd name="connsiteX1" fmla="*/ 2523344 w 2523344"/>
              <a:gd name="connsiteY1" fmla="*/ 0 h 482600"/>
              <a:gd name="connsiteX2" fmla="*/ 2523344 w 2523344"/>
              <a:gd name="connsiteY2" fmla="*/ 482600 h 482600"/>
              <a:gd name="connsiteX3" fmla="*/ 0 w 2523344"/>
              <a:gd name="connsiteY3" fmla="*/ 482600 h 482600"/>
              <a:gd name="connsiteX4" fmla="*/ 493662 w 2523344"/>
              <a:gd name="connsiteY4" fmla="*/ 10816 h 482600"/>
              <a:gd name="connsiteX0" fmla="*/ 371386 w 2523344"/>
              <a:gd name="connsiteY0" fmla="*/ 10816 h 482600"/>
              <a:gd name="connsiteX1" fmla="*/ 2523344 w 2523344"/>
              <a:gd name="connsiteY1" fmla="*/ 0 h 482600"/>
              <a:gd name="connsiteX2" fmla="*/ 2523344 w 2523344"/>
              <a:gd name="connsiteY2" fmla="*/ 482600 h 482600"/>
              <a:gd name="connsiteX3" fmla="*/ 0 w 2523344"/>
              <a:gd name="connsiteY3" fmla="*/ 482600 h 482600"/>
              <a:gd name="connsiteX4" fmla="*/ 371386 w 2523344"/>
              <a:gd name="connsiteY4" fmla="*/ 10816 h 482600"/>
              <a:gd name="connsiteX0" fmla="*/ 406017 w 2557975"/>
              <a:gd name="connsiteY0" fmla="*/ 10816 h 488215"/>
              <a:gd name="connsiteX1" fmla="*/ 2557975 w 2557975"/>
              <a:gd name="connsiteY1" fmla="*/ 0 h 488215"/>
              <a:gd name="connsiteX2" fmla="*/ 2557975 w 2557975"/>
              <a:gd name="connsiteY2" fmla="*/ 482600 h 488215"/>
              <a:gd name="connsiteX3" fmla="*/ 0 w 2557975"/>
              <a:gd name="connsiteY3" fmla="*/ 488215 h 488215"/>
              <a:gd name="connsiteX4" fmla="*/ 406017 w 2557975"/>
              <a:gd name="connsiteY4" fmla="*/ 10816 h 488215"/>
              <a:gd name="connsiteX0" fmla="*/ 406017 w 4108665"/>
              <a:gd name="connsiteY0" fmla="*/ 10816 h 488215"/>
              <a:gd name="connsiteX1" fmla="*/ 2557975 w 4108665"/>
              <a:gd name="connsiteY1" fmla="*/ 0 h 488215"/>
              <a:gd name="connsiteX2" fmla="*/ 4108665 w 4108665"/>
              <a:gd name="connsiteY2" fmla="*/ 482600 h 488215"/>
              <a:gd name="connsiteX3" fmla="*/ 0 w 4108665"/>
              <a:gd name="connsiteY3" fmla="*/ 488215 h 488215"/>
              <a:gd name="connsiteX4" fmla="*/ 406017 w 4108665"/>
              <a:gd name="connsiteY4" fmla="*/ 10816 h 488215"/>
              <a:gd name="connsiteX0" fmla="*/ 406017 w 4108665"/>
              <a:gd name="connsiteY0" fmla="*/ 10816 h 488215"/>
              <a:gd name="connsiteX1" fmla="*/ 4108665 w 4108665"/>
              <a:gd name="connsiteY1" fmla="*/ 0 h 488215"/>
              <a:gd name="connsiteX2" fmla="*/ 4108665 w 4108665"/>
              <a:gd name="connsiteY2" fmla="*/ 482600 h 488215"/>
              <a:gd name="connsiteX3" fmla="*/ 0 w 4108665"/>
              <a:gd name="connsiteY3" fmla="*/ 488215 h 488215"/>
              <a:gd name="connsiteX4" fmla="*/ 406017 w 4108665"/>
              <a:gd name="connsiteY4" fmla="*/ 10816 h 488215"/>
              <a:gd name="connsiteX0" fmla="*/ 406017 w 4108665"/>
              <a:gd name="connsiteY0" fmla="*/ 0 h 477399"/>
              <a:gd name="connsiteX1" fmla="*/ 4108665 w 4108665"/>
              <a:gd name="connsiteY1" fmla="*/ 13519 h 477399"/>
              <a:gd name="connsiteX2" fmla="*/ 4108665 w 4108665"/>
              <a:gd name="connsiteY2" fmla="*/ 471784 h 477399"/>
              <a:gd name="connsiteX3" fmla="*/ 0 w 4108665"/>
              <a:gd name="connsiteY3" fmla="*/ 477399 h 477399"/>
              <a:gd name="connsiteX4" fmla="*/ 406017 w 4108665"/>
              <a:gd name="connsiteY4" fmla="*/ 0 h 477399"/>
              <a:gd name="connsiteX0" fmla="*/ 289036 w 3991684"/>
              <a:gd name="connsiteY0" fmla="*/ 0 h 471784"/>
              <a:gd name="connsiteX1" fmla="*/ 3991684 w 3991684"/>
              <a:gd name="connsiteY1" fmla="*/ 13519 h 471784"/>
              <a:gd name="connsiteX2" fmla="*/ 3991684 w 3991684"/>
              <a:gd name="connsiteY2" fmla="*/ 471784 h 471784"/>
              <a:gd name="connsiteX3" fmla="*/ 0 w 3991684"/>
              <a:gd name="connsiteY3" fmla="*/ 356682 h 471784"/>
              <a:gd name="connsiteX4" fmla="*/ 289036 w 3991684"/>
              <a:gd name="connsiteY4" fmla="*/ 0 h 471784"/>
              <a:gd name="connsiteX0" fmla="*/ 274856 w 3977504"/>
              <a:gd name="connsiteY0" fmla="*/ 0 h 471784"/>
              <a:gd name="connsiteX1" fmla="*/ 3977504 w 3977504"/>
              <a:gd name="connsiteY1" fmla="*/ 13519 h 471784"/>
              <a:gd name="connsiteX2" fmla="*/ 3977504 w 3977504"/>
              <a:gd name="connsiteY2" fmla="*/ 471784 h 471784"/>
              <a:gd name="connsiteX3" fmla="*/ 0 w 3977504"/>
              <a:gd name="connsiteY3" fmla="*/ 360131 h 471784"/>
              <a:gd name="connsiteX4" fmla="*/ 274856 w 3977504"/>
              <a:gd name="connsiteY4" fmla="*/ 0 h 471784"/>
              <a:gd name="connsiteX0" fmla="*/ 292580 w 3995228"/>
              <a:gd name="connsiteY0" fmla="*/ 0 h 471784"/>
              <a:gd name="connsiteX1" fmla="*/ 3995228 w 3995228"/>
              <a:gd name="connsiteY1" fmla="*/ 13519 h 471784"/>
              <a:gd name="connsiteX2" fmla="*/ 3995228 w 3995228"/>
              <a:gd name="connsiteY2" fmla="*/ 471784 h 471784"/>
              <a:gd name="connsiteX3" fmla="*/ 0 w 3995228"/>
              <a:gd name="connsiteY3" fmla="*/ 367029 h 471784"/>
              <a:gd name="connsiteX4" fmla="*/ 292580 w 3995228"/>
              <a:gd name="connsiteY4" fmla="*/ 0 h 471784"/>
              <a:gd name="connsiteX0" fmla="*/ 292580 w 3995228"/>
              <a:gd name="connsiteY0" fmla="*/ 0 h 385558"/>
              <a:gd name="connsiteX1" fmla="*/ 3995228 w 3995228"/>
              <a:gd name="connsiteY1" fmla="*/ 13519 h 385558"/>
              <a:gd name="connsiteX2" fmla="*/ 3662009 w 3995228"/>
              <a:gd name="connsiteY2" fmla="*/ 385558 h 385558"/>
              <a:gd name="connsiteX3" fmla="*/ 0 w 3995228"/>
              <a:gd name="connsiteY3" fmla="*/ 367029 h 385558"/>
              <a:gd name="connsiteX4" fmla="*/ 292580 w 3995228"/>
              <a:gd name="connsiteY4" fmla="*/ 0 h 385558"/>
              <a:gd name="connsiteX0" fmla="*/ 292580 w 3995228"/>
              <a:gd name="connsiteY0" fmla="*/ 0 h 367029"/>
              <a:gd name="connsiteX1" fmla="*/ 3995228 w 3995228"/>
              <a:gd name="connsiteY1" fmla="*/ 13519 h 367029"/>
              <a:gd name="connsiteX2" fmla="*/ 3640740 w 3995228"/>
              <a:gd name="connsiteY2" fmla="*/ 347618 h 367029"/>
              <a:gd name="connsiteX3" fmla="*/ 0 w 3995228"/>
              <a:gd name="connsiteY3" fmla="*/ 367029 h 367029"/>
              <a:gd name="connsiteX4" fmla="*/ 292580 w 3995228"/>
              <a:gd name="connsiteY4" fmla="*/ 0 h 367029"/>
              <a:gd name="connsiteX0" fmla="*/ 292580 w 3995228"/>
              <a:gd name="connsiteY0" fmla="*/ 0 h 367029"/>
              <a:gd name="connsiteX1" fmla="*/ 3995228 w 3995228"/>
              <a:gd name="connsiteY1" fmla="*/ 13519 h 367029"/>
              <a:gd name="connsiteX2" fmla="*/ 3630105 w 3995228"/>
              <a:gd name="connsiteY2" fmla="*/ 213104 h 367029"/>
              <a:gd name="connsiteX3" fmla="*/ 0 w 3995228"/>
              <a:gd name="connsiteY3" fmla="*/ 367029 h 367029"/>
              <a:gd name="connsiteX4" fmla="*/ 292580 w 3995228"/>
              <a:gd name="connsiteY4" fmla="*/ 0 h 367029"/>
              <a:gd name="connsiteX0" fmla="*/ 292580 w 3995228"/>
              <a:gd name="connsiteY0" fmla="*/ 0 h 367029"/>
              <a:gd name="connsiteX1" fmla="*/ 3995228 w 3995228"/>
              <a:gd name="connsiteY1" fmla="*/ 13519 h 367029"/>
              <a:gd name="connsiteX2" fmla="*/ 3615926 w 3995228"/>
              <a:gd name="connsiteY2" fmla="*/ 354515 h 367029"/>
              <a:gd name="connsiteX3" fmla="*/ 0 w 3995228"/>
              <a:gd name="connsiteY3" fmla="*/ 367029 h 367029"/>
              <a:gd name="connsiteX4" fmla="*/ 292580 w 3995228"/>
              <a:gd name="connsiteY4" fmla="*/ 0 h 367029"/>
              <a:gd name="connsiteX0" fmla="*/ 278400 w 3981048"/>
              <a:gd name="connsiteY0" fmla="*/ 0 h 360131"/>
              <a:gd name="connsiteX1" fmla="*/ 3981048 w 3981048"/>
              <a:gd name="connsiteY1" fmla="*/ 13519 h 360131"/>
              <a:gd name="connsiteX2" fmla="*/ 3601746 w 3981048"/>
              <a:gd name="connsiteY2" fmla="*/ 354515 h 360131"/>
              <a:gd name="connsiteX3" fmla="*/ 0 w 3981048"/>
              <a:gd name="connsiteY3" fmla="*/ 360131 h 360131"/>
              <a:gd name="connsiteX4" fmla="*/ 278400 w 3981048"/>
              <a:gd name="connsiteY4" fmla="*/ 0 h 360131"/>
              <a:gd name="connsiteX0" fmla="*/ 285490 w 3988138"/>
              <a:gd name="connsiteY0" fmla="*/ 0 h 360131"/>
              <a:gd name="connsiteX1" fmla="*/ 3988138 w 3988138"/>
              <a:gd name="connsiteY1" fmla="*/ 13519 h 360131"/>
              <a:gd name="connsiteX2" fmla="*/ 3608836 w 3988138"/>
              <a:gd name="connsiteY2" fmla="*/ 354515 h 360131"/>
              <a:gd name="connsiteX3" fmla="*/ 0 w 3988138"/>
              <a:gd name="connsiteY3" fmla="*/ 360131 h 360131"/>
              <a:gd name="connsiteX4" fmla="*/ 285490 w 3988138"/>
              <a:gd name="connsiteY4" fmla="*/ 0 h 360131"/>
              <a:gd name="connsiteX0" fmla="*/ 299670 w 4002318"/>
              <a:gd name="connsiteY0" fmla="*/ 0 h 360131"/>
              <a:gd name="connsiteX1" fmla="*/ 4002318 w 4002318"/>
              <a:gd name="connsiteY1" fmla="*/ 13519 h 360131"/>
              <a:gd name="connsiteX2" fmla="*/ 3623016 w 4002318"/>
              <a:gd name="connsiteY2" fmla="*/ 354515 h 360131"/>
              <a:gd name="connsiteX3" fmla="*/ 0 w 4002318"/>
              <a:gd name="connsiteY3" fmla="*/ 360131 h 360131"/>
              <a:gd name="connsiteX4" fmla="*/ 299670 w 4002318"/>
              <a:gd name="connsiteY4" fmla="*/ 0 h 360131"/>
              <a:gd name="connsiteX0" fmla="*/ 299670 w 3623016"/>
              <a:gd name="connsiteY0" fmla="*/ 0 h 360131"/>
              <a:gd name="connsiteX1" fmla="*/ 3615926 w 3623016"/>
              <a:gd name="connsiteY1" fmla="*/ 10070 h 360131"/>
              <a:gd name="connsiteX2" fmla="*/ 3623016 w 3623016"/>
              <a:gd name="connsiteY2" fmla="*/ 354515 h 360131"/>
              <a:gd name="connsiteX3" fmla="*/ 0 w 3623016"/>
              <a:gd name="connsiteY3" fmla="*/ 360131 h 360131"/>
              <a:gd name="connsiteX4" fmla="*/ 299670 w 3623016"/>
              <a:gd name="connsiteY4" fmla="*/ 0 h 360131"/>
              <a:gd name="connsiteX0" fmla="*/ 299670 w 3630106"/>
              <a:gd name="connsiteY0" fmla="*/ 277 h 360408"/>
              <a:gd name="connsiteX1" fmla="*/ 3630106 w 3630106"/>
              <a:gd name="connsiteY1" fmla="*/ 0 h 360408"/>
              <a:gd name="connsiteX2" fmla="*/ 3623016 w 3630106"/>
              <a:gd name="connsiteY2" fmla="*/ 354792 h 360408"/>
              <a:gd name="connsiteX3" fmla="*/ 0 w 3630106"/>
              <a:gd name="connsiteY3" fmla="*/ 360408 h 360408"/>
              <a:gd name="connsiteX4" fmla="*/ 299670 w 3630106"/>
              <a:gd name="connsiteY4" fmla="*/ 277 h 3604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30106" h="360408">
                <a:moveTo>
                  <a:pt x="299670" y="277"/>
                </a:moveTo>
                <a:lnTo>
                  <a:pt x="3630106" y="0"/>
                </a:lnTo>
                <a:lnTo>
                  <a:pt x="3623016" y="354792"/>
                </a:lnTo>
                <a:lnTo>
                  <a:pt x="0" y="360408"/>
                </a:lnTo>
                <a:lnTo>
                  <a:pt x="299670" y="277"/>
                </a:lnTo>
                <a:close/>
              </a:path>
            </a:pathLst>
          </a:custGeom>
          <a:solidFill>
            <a:srgbClr val="EF68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V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7891</TotalTime>
  <Words>794</Words>
  <Application>Microsoft Office PowerPoint</Application>
  <PresentationFormat>Widescreen</PresentationFormat>
  <Paragraphs>87</Paragraphs>
  <Slides>10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Arial</vt:lpstr>
      <vt:lpstr>Arial (body)</vt:lpstr>
      <vt:lpstr>Calibri</vt:lpstr>
      <vt:lpstr>Calibri Light</vt:lpstr>
      <vt:lpstr>Helvetica</vt:lpstr>
      <vt:lpstr>Helvetica Light</vt:lpstr>
      <vt:lpstr>Inter</vt:lpstr>
      <vt:lpstr>Office Theme</vt:lpstr>
      <vt:lpstr>PowerPoint Presentation</vt:lpstr>
      <vt:lpstr>Table of content</vt:lpstr>
      <vt:lpstr>PowerPoint Presentation</vt:lpstr>
      <vt:lpstr>PowerPoint Presentation</vt:lpstr>
      <vt:lpstr>Table of content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Trương Nguyệt</dc:creator>
  <cp:lastModifiedBy>Ngô Nguyễn Gia Huy</cp:lastModifiedBy>
  <cp:revision>353</cp:revision>
  <dcterms:created xsi:type="dcterms:W3CDTF">2021-11-12T01:36:46Z</dcterms:created>
  <dcterms:modified xsi:type="dcterms:W3CDTF">2026-08-07T00:39:28Z</dcterms:modified>
</cp:coreProperties>
</file>